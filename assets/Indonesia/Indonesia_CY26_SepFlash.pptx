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0296525" cy="18288000"/>
  <p:notesSz cx="6858000" cy="9144000"/>
  <p:defaultTextStyle>
    <a:defPPr>
      <a:defRPr lang="en-US"/>
    </a:defPPr>
    <a:lvl1pPr marL="0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1pPr>
    <a:lvl2pPr marL="816696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2pPr>
    <a:lvl3pPr marL="1633393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3pPr>
    <a:lvl4pPr marL="2450089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4pPr>
    <a:lvl5pPr marL="3266785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5pPr>
    <a:lvl6pPr marL="4083482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6pPr>
    <a:lvl7pPr marL="4900178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7pPr>
    <a:lvl8pPr marL="5716875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8pPr>
    <a:lvl9pPr marL="6533571" algn="l" defTabSz="816696" rtl="0" eaLnBrk="1" latinLnBrk="0" hangingPunct="1">
      <a:defRPr sz="32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32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3432" y="60"/>
      </p:cViewPr>
      <p:guideLst>
        <p:guide orient="horz" pos="5760"/>
        <p:guide pos="32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Asus%202026\Indonesia%20analysis\Monthly%20Reports\CY26%20Sep\SepFlash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Asus%202026\Indonesia%20analysis\Monthly%20Reports\CY26%20Aug\AugFlash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Asus%202026\Indonesia%20analysis\Monthly%20Reports\CY26%20Sep\SepFlas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Asus%202026\Indonesia%20analysis\Monthly%20Reports\CY26%20Sep\SepFlas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Asus%202026\Indonesia%20analysis\Monthly%20Reports\CY26%20Sep\SepFlash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Asus%202026\Indonesia%20analysis\Monthly%20Reports\CY26%20Sep\SepFlash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Asus%202026\Indonesia%20analysis\Monthly%20Reports\CY26%20Sep\SepFlash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Sheet1!$B$9</c:f>
              <c:strCache>
                <c:ptCount val="1"/>
                <c:pt idx="0">
                  <c:v>Sum of SEP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47-4653-9042-BB08BD70D8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47-4653-9042-BB08BD70D8F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447-4653-9042-BB08BD70D8F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447-4653-9042-BB08BD70D8F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447-4653-9042-BB08BD70D8F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447-4653-9042-BB08BD70D8F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447-4653-9042-BB08BD70D8F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447-4653-9042-BB08BD70D8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ja-JP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Sheet1!$A$10:$A$17</c:f>
              <c:strCache>
                <c:ptCount val="8"/>
                <c:pt idx="0">
                  <c:v>4X2</c:v>
                </c:pt>
                <c:pt idx="1">
                  <c:v>PU</c:v>
                </c:pt>
                <c:pt idx="2">
                  <c:v>AESC</c:v>
                </c:pt>
                <c:pt idx="3">
                  <c:v>Truck</c:v>
                </c:pt>
                <c:pt idx="4">
                  <c:v>DC</c:v>
                </c:pt>
                <c:pt idx="5">
                  <c:v>4X4</c:v>
                </c:pt>
                <c:pt idx="6">
                  <c:v>Sedan</c:v>
                </c:pt>
                <c:pt idx="7">
                  <c:v>Bus</c:v>
                </c:pt>
              </c:strCache>
            </c:strRef>
          </c:cat>
          <c:val>
            <c:numRef>
              <c:f>Sheet1!$B$10:$B$17</c:f>
              <c:numCache>
                <c:formatCode>General</c:formatCode>
                <c:ptCount val="8"/>
                <c:pt idx="0">
                  <c:v>45072</c:v>
                </c:pt>
                <c:pt idx="1">
                  <c:v>11119</c:v>
                </c:pt>
                <c:pt idx="2">
                  <c:v>9689</c:v>
                </c:pt>
                <c:pt idx="3">
                  <c:v>9695</c:v>
                </c:pt>
                <c:pt idx="4">
                  <c:v>1958</c:v>
                </c:pt>
                <c:pt idx="5">
                  <c:v>1404</c:v>
                </c:pt>
                <c:pt idx="6">
                  <c:v>265</c:v>
                </c:pt>
                <c:pt idx="7">
                  <c:v>338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447-4653-9042-BB08BD70D8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Sheet1!$B$110</c:f>
              <c:strCache>
                <c:ptCount val="1"/>
                <c:pt idx="0">
                  <c:v>Sum of AUG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0-441D-8125-9FD7680EA64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0-441D-8125-9FD7680EA64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0-441D-8125-9FD7680EA64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0-441D-8125-9FD7680EA64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D50-441D-8125-9FD7680EA64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0D50-441D-8125-9FD7680EA64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0D50-441D-8125-9FD7680EA6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ja-JP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Sheet1!$A$111:$A$115</c:f>
              <c:strCache>
                <c:ptCount val="5"/>
                <c:pt idx="0">
                  <c:v>JPN</c:v>
                </c:pt>
                <c:pt idx="1">
                  <c:v>CHN</c:v>
                </c:pt>
                <c:pt idx="2">
                  <c:v>KOR</c:v>
                </c:pt>
                <c:pt idx="3">
                  <c:v>US/EU</c:v>
                </c:pt>
                <c:pt idx="4">
                  <c:v>S.Asia</c:v>
                </c:pt>
              </c:strCache>
            </c:strRef>
          </c:cat>
          <c:val>
            <c:numRef>
              <c:f>Sheet1!$B$111:$B$115</c:f>
              <c:numCache>
                <c:formatCode>General</c:formatCode>
                <c:ptCount val="5"/>
                <c:pt idx="0">
                  <c:v>59281</c:v>
                </c:pt>
                <c:pt idx="1">
                  <c:v>19409</c:v>
                </c:pt>
                <c:pt idx="2">
                  <c:v>1757</c:v>
                </c:pt>
                <c:pt idx="3">
                  <c:v>778</c:v>
                </c:pt>
                <c:pt idx="4">
                  <c:v>531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D50-441D-8125-9FD7680EA6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Sheet1!$B$31</c:f>
              <c:strCache>
                <c:ptCount val="1"/>
                <c:pt idx="0">
                  <c:v>Sum of SEP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9E-4783-B6CB-A4A857B9611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F9E-4783-B6CB-A4A857B96115}"/>
              </c:ext>
            </c:extLst>
          </c:dPt>
          <c:cat>
            <c:strRef>
              <c:f>Sheet1!$A$32:$A$41</c:f>
              <c:strCache>
                <c:ptCount val="10"/>
                <c:pt idx="0">
                  <c:v>Gran Max</c:v>
                </c:pt>
                <c:pt idx="1">
                  <c:v>Atto1</c:v>
                </c:pt>
                <c:pt idx="2">
                  <c:v>Innova</c:v>
                </c:pt>
                <c:pt idx="3">
                  <c:v>Avanza</c:v>
                </c:pt>
                <c:pt idx="4">
                  <c:v>Carry</c:v>
                </c:pt>
                <c:pt idx="5">
                  <c:v>J5</c:v>
                </c:pt>
                <c:pt idx="6">
                  <c:v>Calya</c:v>
                </c:pt>
                <c:pt idx="7">
                  <c:v>Sigra</c:v>
                </c:pt>
                <c:pt idx="8">
                  <c:v>Hi-lux</c:v>
                </c:pt>
                <c:pt idx="9">
                  <c:v>Veloz</c:v>
                </c:pt>
              </c:strCache>
            </c:strRef>
          </c:cat>
          <c:val>
            <c:numRef>
              <c:f>Sheet1!$B$32:$B$41</c:f>
              <c:numCache>
                <c:formatCode>General</c:formatCode>
                <c:ptCount val="10"/>
                <c:pt idx="0">
                  <c:v>5763</c:v>
                </c:pt>
                <c:pt idx="1">
                  <c:v>4840</c:v>
                </c:pt>
                <c:pt idx="2">
                  <c:v>4143</c:v>
                </c:pt>
                <c:pt idx="3">
                  <c:v>3872</c:v>
                </c:pt>
                <c:pt idx="4">
                  <c:v>2881</c:v>
                </c:pt>
                <c:pt idx="5">
                  <c:v>3276</c:v>
                </c:pt>
                <c:pt idx="6">
                  <c:v>2966</c:v>
                </c:pt>
                <c:pt idx="7">
                  <c:v>2523</c:v>
                </c:pt>
                <c:pt idx="8">
                  <c:v>2614</c:v>
                </c:pt>
                <c:pt idx="9">
                  <c:v>2552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9E-4783-B6CB-A4A857B961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1851648"/>
        <c:axId val="1293912272"/>
      </c:barChart>
      <c:catAx>
        <c:axId val="518516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3912272"/>
        <c:crosses val="autoZero"/>
        <c:auto val="1"/>
        <c:lblAlgn val="ctr"/>
        <c:lblOffset val="100"/>
        <c:noMultiLvlLbl val="0"/>
      </c:catAx>
      <c:valAx>
        <c:axId val="1293912272"/>
        <c:scaling>
          <c:orientation val="minMax"/>
          <c:max val="600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5185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Sheet1!$B$46</c:f>
              <c:strCache>
                <c:ptCount val="1"/>
                <c:pt idx="0">
                  <c:v>Sum of SEP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6C0-4DAC-946B-39E7C2456BDB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6C0-4DAC-946B-39E7C2456BDB}"/>
              </c:ext>
            </c:extLst>
          </c:dPt>
          <c:cat>
            <c:strRef>
              <c:f>Sheet1!$A$47:$A$56</c:f>
              <c:strCache>
                <c:ptCount val="10"/>
                <c:pt idx="0">
                  <c:v>Toyota</c:v>
                </c:pt>
                <c:pt idx="1">
                  <c:v>Daihatsu</c:v>
                </c:pt>
                <c:pt idx="2">
                  <c:v>BYD</c:v>
                </c:pt>
                <c:pt idx="3">
                  <c:v>Suzuki</c:v>
                </c:pt>
                <c:pt idx="4">
                  <c:v>Mitsubishi</c:v>
                </c:pt>
                <c:pt idx="5">
                  <c:v>Fuso</c:v>
                </c:pt>
                <c:pt idx="6">
                  <c:v>Jaecoo</c:v>
                </c:pt>
                <c:pt idx="7">
                  <c:v>Honda</c:v>
                </c:pt>
                <c:pt idx="8">
                  <c:v>Isuzu</c:v>
                </c:pt>
                <c:pt idx="9">
                  <c:v>Hino</c:v>
                </c:pt>
              </c:strCache>
            </c:strRef>
          </c:cat>
          <c:val>
            <c:numRef>
              <c:f>Sheet1!$B$47:$B$56</c:f>
              <c:numCache>
                <c:formatCode>General</c:formatCode>
                <c:ptCount val="10"/>
                <c:pt idx="0">
                  <c:v>21877</c:v>
                </c:pt>
                <c:pt idx="1">
                  <c:v>11558</c:v>
                </c:pt>
                <c:pt idx="2">
                  <c:v>6031</c:v>
                </c:pt>
                <c:pt idx="3">
                  <c:v>5316</c:v>
                </c:pt>
                <c:pt idx="4">
                  <c:v>4661</c:v>
                </c:pt>
                <c:pt idx="5">
                  <c:v>4725</c:v>
                </c:pt>
                <c:pt idx="6">
                  <c:v>3400</c:v>
                </c:pt>
                <c:pt idx="7">
                  <c:v>3466</c:v>
                </c:pt>
                <c:pt idx="8">
                  <c:v>3155</c:v>
                </c:pt>
                <c:pt idx="9">
                  <c:v>3262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C0-4DAC-946B-39E7C2456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71886352"/>
        <c:axId val="1471885392"/>
      </c:barChart>
      <c:catAx>
        <c:axId val="14718863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471885392"/>
        <c:crosses val="autoZero"/>
        <c:auto val="1"/>
        <c:lblAlgn val="ctr"/>
        <c:lblOffset val="100"/>
        <c:noMultiLvlLbl val="0"/>
      </c:catAx>
      <c:valAx>
        <c:axId val="1471885392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471886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CY26YTD vs. CY25YTD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3AC-4D6E-B9FB-EBD055E01BB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3AC-4D6E-B9FB-EBD055E01BB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AC-4D6E-B9FB-EBD055E01BB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3AC-4D6E-B9FB-EBD055E01BB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3AC-4D6E-B9FB-EBD055E01BB3}"/>
              </c:ext>
            </c:extLst>
          </c:dPt>
          <c:cat>
            <c:strRef>
              <c:f>Sheet1!$A$3:$A$12</c:f>
              <c:strCache>
                <c:ptCount val="10"/>
                <c:pt idx="0">
                  <c:v>Jaecoo</c:v>
                </c:pt>
                <c:pt idx="1">
                  <c:v>BYD</c:v>
                </c:pt>
                <c:pt idx="2">
                  <c:v>Geely</c:v>
                </c:pt>
                <c:pt idx="3">
                  <c:v>Fuso</c:v>
                </c:pt>
                <c:pt idx="4">
                  <c:v>Hino</c:v>
                </c:pt>
                <c:pt idx="5">
                  <c:v>Denza</c:v>
                </c:pt>
                <c:pt idx="6">
                  <c:v>Chery</c:v>
                </c:pt>
                <c:pt idx="7">
                  <c:v>Mitsubishi</c:v>
                </c:pt>
                <c:pt idx="8">
                  <c:v>Toyota</c:v>
                </c:pt>
                <c:pt idx="9">
                  <c:v>Honda</c:v>
                </c:pt>
              </c:strCache>
            </c:strRef>
          </c:cat>
          <c:val>
            <c:numRef>
              <c:f>Sheet1!$B$3:$B$12</c:f>
              <c:numCache>
                <c:formatCode>0%</c:formatCode>
                <c:ptCount val="10"/>
                <c:pt idx="0">
                  <c:v>3.8967803418635476E-2</c:v>
                </c:pt>
                <c:pt idx="1">
                  <c:v>2.8635094564112E-2</c:v>
                </c:pt>
                <c:pt idx="2">
                  <c:v>1.9166896631921178E-2</c:v>
                </c:pt>
                <c:pt idx="3">
                  <c:v>1.5234865413307382E-2</c:v>
                </c:pt>
                <c:pt idx="4">
                  <c:v>7.4569370595001204E-3</c:v>
                </c:pt>
                <c:pt idx="5">
                  <c:v>-7.6365717807106576E-3</c:v>
                </c:pt>
                <c:pt idx="6">
                  <c:v>-1.4761082561542377E-2</c:v>
                </c:pt>
                <c:pt idx="7">
                  <c:v>-1.5796109352611248E-2</c:v>
                </c:pt>
                <c:pt idx="8">
                  <c:v>-3.260104140152098E-2</c:v>
                </c:pt>
                <c:pt idx="9">
                  <c:v>-3.8955241427771604E-2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AC-4D6E-B9FB-EBD055E01B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3788032"/>
        <c:axId val="73788512"/>
      </c:barChart>
      <c:catAx>
        <c:axId val="737880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73788512"/>
        <c:crosses val="autoZero"/>
        <c:auto val="1"/>
        <c:lblAlgn val="ctr"/>
        <c:lblOffset val="100"/>
        <c:noMultiLvlLbl val="0"/>
      </c:catAx>
      <c:valAx>
        <c:axId val="73788512"/>
        <c:scaling>
          <c:orientation val="minMax"/>
          <c:max val="4.0000000000000008E-2"/>
          <c:min val="-4.0000000000000008E-2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73788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Sheet1!$B$119</c:f>
              <c:strCache>
                <c:ptCount val="1"/>
                <c:pt idx="0">
                  <c:v>CY26YTD vs. CY25YTD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7E3-4E65-9E86-F610C2C19AED}"/>
              </c:ext>
            </c:extLst>
          </c:dPt>
          <c:cat>
            <c:strRef>
              <c:f>Sheet1!$A$120:$A$124</c:f>
              <c:strCache>
                <c:ptCount val="5"/>
                <c:pt idx="0">
                  <c:v>CHN</c:v>
                </c:pt>
                <c:pt idx="1">
                  <c:v>S.Asia</c:v>
                </c:pt>
                <c:pt idx="2">
                  <c:v>EU/US</c:v>
                </c:pt>
                <c:pt idx="3">
                  <c:v>KOR</c:v>
                </c:pt>
                <c:pt idx="4">
                  <c:v>JPN</c:v>
                </c:pt>
              </c:strCache>
            </c:strRef>
          </c:cat>
          <c:val>
            <c:numRef>
              <c:f>Sheet1!$B$120:$B$124</c:f>
              <c:numCache>
                <c:formatCode>0.0%</c:formatCode>
                <c:ptCount val="5"/>
                <c:pt idx="0">
                  <c:v>7.6105468569418633E-2</c:v>
                </c:pt>
                <c:pt idx="1">
                  <c:v>9.1680182051202298E-4</c:v>
                </c:pt>
                <c:pt idx="2">
                  <c:v>-9.0288994017807128E-4</c:v>
                </c:pt>
                <c:pt idx="3">
                  <c:v>-5.5647010324064335E-3</c:v>
                </c:pt>
                <c:pt idx="4">
                  <c:v>-7.0554679417346167E-2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E3-4E65-9E86-F610C2C19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98334048"/>
        <c:axId val="798337288"/>
      </c:barChart>
      <c:catAx>
        <c:axId val="798334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798337288"/>
        <c:crosses val="autoZero"/>
        <c:auto val="1"/>
        <c:lblAlgn val="ctr"/>
        <c:lblOffset val="100"/>
        <c:noMultiLvlLbl val="0"/>
      </c:catAx>
      <c:valAx>
        <c:axId val="798337288"/>
        <c:scaling>
          <c:orientation val="minMax"/>
          <c:max val="0.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79833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Sheet1!$B$128</c:f>
              <c:strCache>
                <c:ptCount val="1"/>
                <c:pt idx="0">
                  <c:v>Sum of SEP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4B-473A-AE76-7122C23486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4B-473A-AE76-7122C23486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4B-473A-AE76-7122C234868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4B-473A-AE76-7122C234868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C4B-473A-AE76-7122C234868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Sheet1!$A$129:$A$133</c:f>
              <c:strCache>
                <c:ptCount val="5"/>
                <c:pt idx="0">
                  <c:v>G</c:v>
                </c:pt>
                <c:pt idx="1">
                  <c:v>D</c:v>
                </c:pt>
                <c:pt idx="2">
                  <c:v>HEV</c:v>
                </c:pt>
                <c:pt idx="3">
                  <c:v>PHEV</c:v>
                </c:pt>
                <c:pt idx="4">
                  <c:v>BEV</c:v>
                </c:pt>
              </c:strCache>
            </c:strRef>
          </c:cat>
          <c:val>
            <c:numRef>
              <c:f>Sheet1!$B$129:$B$133</c:f>
              <c:numCache>
                <c:formatCode>General</c:formatCode>
                <c:ptCount val="5"/>
                <c:pt idx="0">
                  <c:v>36146</c:v>
                </c:pt>
                <c:pt idx="1">
                  <c:v>18166</c:v>
                </c:pt>
                <c:pt idx="2">
                  <c:v>7859</c:v>
                </c:pt>
                <c:pt idx="3">
                  <c:v>1291</c:v>
                </c:pt>
                <c:pt idx="4">
                  <c:v>16078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C4B-473A-AE76-7122C23486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Sheet1!$B$137</c:f>
              <c:strCache>
                <c:ptCount val="1"/>
                <c:pt idx="0">
                  <c:v>CY26YTD vs. CY25YTD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5C7-44BA-A63F-56C3AC34397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5C7-44BA-A63F-56C3AC343973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5C7-44BA-A63F-56C3AC343973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5C7-44BA-A63F-56C3AC343973}"/>
              </c:ext>
            </c:extLst>
          </c:dPt>
          <c:cat>
            <c:strRef>
              <c:f>Sheet1!$A$138:$A$142</c:f>
              <c:strCache>
                <c:ptCount val="5"/>
                <c:pt idx="0">
                  <c:v>BEV</c:v>
                </c:pt>
                <c:pt idx="1">
                  <c:v>HEV</c:v>
                </c:pt>
                <c:pt idx="2">
                  <c:v>PHEV</c:v>
                </c:pt>
                <c:pt idx="3">
                  <c:v>D</c:v>
                </c:pt>
                <c:pt idx="4">
                  <c:v>G</c:v>
                </c:pt>
              </c:strCache>
            </c:strRef>
          </c:cat>
          <c:val>
            <c:numRef>
              <c:f>Sheet1!$B$138:$B$142</c:f>
              <c:numCache>
                <c:formatCode>0.0%</c:formatCode>
                <c:ptCount val="5"/>
                <c:pt idx="0">
                  <c:v>7.5756027142057147E-2</c:v>
                </c:pt>
                <c:pt idx="1">
                  <c:v>1.1934854813916415E-2</c:v>
                </c:pt>
                <c:pt idx="2">
                  <c:v>9.1982292195975021E-3</c:v>
                </c:pt>
                <c:pt idx="3">
                  <c:v>-3.2135227741223182E-3</c:v>
                </c:pt>
                <c:pt idx="4">
                  <c:v>-9.3679389457922202E-2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C7-44BA-A63F-56C3AC3439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98605408"/>
        <c:axId val="1098599648"/>
      </c:barChart>
      <c:catAx>
        <c:axId val="10986054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8599648"/>
        <c:crosses val="autoZero"/>
        <c:auto val="1"/>
        <c:lblAlgn val="ctr"/>
        <c:lblOffset val="100"/>
        <c:noMultiLvlLbl val="0"/>
      </c:catAx>
      <c:valAx>
        <c:axId val="1098599648"/>
        <c:scaling>
          <c:orientation val="minMax"/>
          <c:max val="0.1"/>
          <c:min val="-0.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860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2240" y="5681135"/>
            <a:ext cx="8752046" cy="39200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4479" y="10363200"/>
            <a:ext cx="7207568" cy="4673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4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9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4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59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4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88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03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18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355" y="11751735"/>
            <a:ext cx="8752046" cy="3632200"/>
          </a:xfrm>
        </p:spPr>
        <p:txBody>
          <a:bodyPr anchor="t"/>
          <a:lstStyle>
            <a:lvl1pPr algn="l">
              <a:defRPr sz="450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3355" y="7751236"/>
            <a:ext cx="8752046" cy="4000499"/>
          </a:xfrm>
        </p:spPr>
        <p:txBody>
          <a:bodyPr anchor="b"/>
          <a:lstStyle>
            <a:lvl1pPr marL="0" indent="0">
              <a:buNone/>
              <a:defRPr sz="2252">
                <a:solidFill>
                  <a:schemeClr val="tx1">
                    <a:tint val="75000"/>
                  </a:schemeClr>
                </a:solidFill>
              </a:defRPr>
            </a:lvl1pPr>
            <a:lvl2pPr marL="514807" indent="0">
              <a:buNone/>
              <a:defRPr sz="2027">
                <a:solidFill>
                  <a:schemeClr val="tx1">
                    <a:tint val="75000"/>
                  </a:schemeClr>
                </a:solidFill>
              </a:defRPr>
            </a:lvl2pPr>
            <a:lvl3pPr marL="1029614" indent="0">
              <a:buNone/>
              <a:defRPr sz="1802">
                <a:solidFill>
                  <a:schemeClr val="tx1">
                    <a:tint val="75000"/>
                  </a:schemeClr>
                </a:solidFill>
              </a:defRPr>
            </a:lvl3pPr>
            <a:lvl4pPr marL="1544422" indent="0">
              <a:buNone/>
              <a:defRPr sz="1576">
                <a:solidFill>
                  <a:schemeClr val="tx1">
                    <a:tint val="75000"/>
                  </a:schemeClr>
                </a:solidFill>
              </a:defRPr>
            </a:lvl4pPr>
            <a:lvl5pPr marL="2059229" indent="0">
              <a:buNone/>
              <a:defRPr sz="1576">
                <a:solidFill>
                  <a:schemeClr val="tx1">
                    <a:tint val="75000"/>
                  </a:schemeClr>
                </a:solidFill>
              </a:defRPr>
            </a:lvl5pPr>
            <a:lvl6pPr marL="2574036" indent="0">
              <a:buNone/>
              <a:defRPr sz="1576">
                <a:solidFill>
                  <a:schemeClr val="tx1">
                    <a:tint val="75000"/>
                  </a:schemeClr>
                </a:solidFill>
              </a:defRPr>
            </a:lvl6pPr>
            <a:lvl7pPr marL="3088843" indent="0">
              <a:buNone/>
              <a:defRPr sz="1576">
                <a:solidFill>
                  <a:schemeClr val="tx1">
                    <a:tint val="75000"/>
                  </a:schemeClr>
                </a:solidFill>
              </a:defRPr>
            </a:lvl7pPr>
            <a:lvl8pPr marL="3603650" indent="0">
              <a:buNone/>
              <a:defRPr sz="1576">
                <a:solidFill>
                  <a:schemeClr val="tx1">
                    <a:tint val="75000"/>
                  </a:schemeClr>
                </a:solidFill>
              </a:defRPr>
            </a:lvl8pPr>
            <a:lvl9pPr marL="4118458" indent="0">
              <a:buNone/>
              <a:defRPr sz="15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826" y="4267201"/>
            <a:ext cx="4547632" cy="12069235"/>
          </a:xfrm>
        </p:spPr>
        <p:txBody>
          <a:bodyPr/>
          <a:lstStyle>
            <a:lvl1pPr>
              <a:defRPr sz="3153"/>
            </a:lvl1pPr>
            <a:lvl2pPr>
              <a:defRPr sz="2702"/>
            </a:lvl2pPr>
            <a:lvl3pPr>
              <a:defRPr sz="2252"/>
            </a:lvl3pPr>
            <a:lvl4pPr>
              <a:defRPr sz="2027"/>
            </a:lvl4pPr>
            <a:lvl5pPr>
              <a:defRPr sz="2027"/>
            </a:lvl5pPr>
            <a:lvl6pPr>
              <a:defRPr sz="2027"/>
            </a:lvl6pPr>
            <a:lvl7pPr>
              <a:defRPr sz="2027"/>
            </a:lvl7pPr>
            <a:lvl8pPr>
              <a:defRPr sz="2027"/>
            </a:lvl8pPr>
            <a:lvl9pPr>
              <a:defRPr sz="20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34067" y="4267201"/>
            <a:ext cx="4547632" cy="12069235"/>
          </a:xfrm>
        </p:spPr>
        <p:txBody>
          <a:bodyPr/>
          <a:lstStyle>
            <a:lvl1pPr>
              <a:defRPr sz="3153"/>
            </a:lvl1pPr>
            <a:lvl2pPr>
              <a:defRPr sz="2702"/>
            </a:lvl2pPr>
            <a:lvl3pPr>
              <a:defRPr sz="2252"/>
            </a:lvl3pPr>
            <a:lvl4pPr>
              <a:defRPr sz="2027"/>
            </a:lvl4pPr>
            <a:lvl5pPr>
              <a:defRPr sz="2027"/>
            </a:lvl5pPr>
            <a:lvl6pPr>
              <a:defRPr sz="2027"/>
            </a:lvl6pPr>
            <a:lvl7pPr>
              <a:defRPr sz="2027"/>
            </a:lvl7pPr>
            <a:lvl8pPr>
              <a:defRPr sz="2027"/>
            </a:lvl8pPr>
            <a:lvl9pPr>
              <a:defRPr sz="20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826" y="4093635"/>
            <a:ext cx="4549420" cy="1706032"/>
          </a:xfrm>
        </p:spPr>
        <p:txBody>
          <a:bodyPr anchor="b"/>
          <a:lstStyle>
            <a:lvl1pPr marL="0" indent="0">
              <a:buNone/>
              <a:defRPr sz="2702" b="1"/>
            </a:lvl1pPr>
            <a:lvl2pPr marL="514807" indent="0">
              <a:buNone/>
              <a:defRPr sz="2252" b="1"/>
            </a:lvl2pPr>
            <a:lvl3pPr marL="1029614" indent="0">
              <a:buNone/>
              <a:defRPr sz="2027" b="1"/>
            </a:lvl3pPr>
            <a:lvl4pPr marL="1544422" indent="0">
              <a:buNone/>
              <a:defRPr sz="1802" b="1"/>
            </a:lvl4pPr>
            <a:lvl5pPr marL="2059229" indent="0">
              <a:buNone/>
              <a:defRPr sz="1802" b="1"/>
            </a:lvl5pPr>
            <a:lvl6pPr marL="2574036" indent="0">
              <a:buNone/>
              <a:defRPr sz="1802" b="1"/>
            </a:lvl6pPr>
            <a:lvl7pPr marL="3088843" indent="0">
              <a:buNone/>
              <a:defRPr sz="1802" b="1"/>
            </a:lvl7pPr>
            <a:lvl8pPr marL="3603650" indent="0">
              <a:buNone/>
              <a:defRPr sz="1802" b="1"/>
            </a:lvl8pPr>
            <a:lvl9pPr marL="4118458" indent="0">
              <a:buNone/>
              <a:defRPr sz="18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26" y="5799667"/>
            <a:ext cx="4549420" cy="10536768"/>
          </a:xfrm>
        </p:spPr>
        <p:txBody>
          <a:bodyPr/>
          <a:lstStyle>
            <a:lvl1pPr>
              <a:defRPr sz="2702"/>
            </a:lvl1pPr>
            <a:lvl2pPr>
              <a:defRPr sz="2252"/>
            </a:lvl2pPr>
            <a:lvl3pPr>
              <a:defRPr sz="2027"/>
            </a:lvl3pPr>
            <a:lvl4pPr>
              <a:defRPr sz="1802"/>
            </a:lvl4pPr>
            <a:lvl5pPr>
              <a:defRPr sz="1802"/>
            </a:lvl5pPr>
            <a:lvl6pPr>
              <a:defRPr sz="1802"/>
            </a:lvl6pPr>
            <a:lvl7pPr>
              <a:defRPr sz="1802"/>
            </a:lvl7pPr>
            <a:lvl8pPr>
              <a:defRPr sz="1802"/>
            </a:lvl8pPr>
            <a:lvl9pPr>
              <a:defRPr sz="18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30492" y="4093635"/>
            <a:ext cx="4551207" cy="1706032"/>
          </a:xfrm>
        </p:spPr>
        <p:txBody>
          <a:bodyPr anchor="b"/>
          <a:lstStyle>
            <a:lvl1pPr marL="0" indent="0">
              <a:buNone/>
              <a:defRPr sz="2702" b="1"/>
            </a:lvl1pPr>
            <a:lvl2pPr marL="514807" indent="0">
              <a:buNone/>
              <a:defRPr sz="2252" b="1"/>
            </a:lvl2pPr>
            <a:lvl3pPr marL="1029614" indent="0">
              <a:buNone/>
              <a:defRPr sz="2027" b="1"/>
            </a:lvl3pPr>
            <a:lvl4pPr marL="1544422" indent="0">
              <a:buNone/>
              <a:defRPr sz="1802" b="1"/>
            </a:lvl4pPr>
            <a:lvl5pPr marL="2059229" indent="0">
              <a:buNone/>
              <a:defRPr sz="1802" b="1"/>
            </a:lvl5pPr>
            <a:lvl6pPr marL="2574036" indent="0">
              <a:buNone/>
              <a:defRPr sz="1802" b="1"/>
            </a:lvl6pPr>
            <a:lvl7pPr marL="3088843" indent="0">
              <a:buNone/>
              <a:defRPr sz="1802" b="1"/>
            </a:lvl7pPr>
            <a:lvl8pPr marL="3603650" indent="0">
              <a:buNone/>
              <a:defRPr sz="1802" b="1"/>
            </a:lvl8pPr>
            <a:lvl9pPr marL="4118458" indent="0">
              <a:buNone/>
              <a:defRPr sz="18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30492" y="5799667"/>
            <a:ext cx="4551207" cy="10536768"/>
          </a:xfrm>
        </p:spPr>
        <p:txBody>
          <a:bodyPr/>
          <a:lstStyle>
            <a:lvl1pPr>
              <a:defRPr sz="2702"/>
            </a:lvl1pPr>
            <a:lvl2pPr>
              <a:defRPr sz="2252"/>
            </a:lvl2pPr>
            <a:lvl3pPr>
              <a:defRPr sz="2027"/>
            </a:lvl3pPr>
            <a:lvl4pPr>
              <a:defRPr sz="1802"/>
            </a:lvl4pPr>
            <a:lvl5pPr>
              <a:defRPr sz="1802"/>
            </a:lvl5pPr>
            <a:lvl6pPr>
              <a:defRPr sz="1802"/>
            </a:lvl6pPr>
            <a:lvl7pPr>
              <a:defRPr sz="1802"/>
            </a:lvl7pPr>
            <a:lvl8pPr>
              <a:defRPr sz="1802"/>
            </a:lvl8pPr>
            <a:lvl9pPr>
              <a:defRPr sz="18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テキスト ボックス 7">
            <a:extLst>
              <a:ext uri="{FF2B5EF4-FFF2-40B4-BE49-F238E27FC236}">
                <a16:creationId xmlns:a16="http://schemas.microsoft.com/office/drawing/2014/main" id="{56FF3D9B-ECB4-8B2A-1C77-CCC6AE725BD7}"/>
              </a:ext>
            </a:extLst>
          </p:cNvPr>
          <p:cNvSpPr txBox="1"/>
          <p:nvPr userDrawn="1"/>
        </p:nvSpPr>
        <p:spPr>
          <a:xfrm rot="18693531">
            <a:off x="328504" y="9657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7">
            <a:extLst>
              <a:ext uri="{FF2B5EF4-FFF2-40B4-BE49-F238E27FC236}">
                <a16:creationId xmlns:a16="http://schemas.microsoft.com/office/drawing/2014/main" id="{1B7C39A8-ED6B-81C2-16A4-AF9D1AB1F101}"/>
              </a:ext>
            </a:extLst>
          </p:cNvPr>
          <p:cNvSpPr txBox="1"/>
          <p:nvPr userDrawn="1"/>
        </p:nvSpPr>
        <p:spPr>
          <a:xfrm rot="18693531">
            <a:off x="1420705" y="96573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32373CB3-D174-3182-374D-ECFF221F1F01}"/>
              </a:ext>
            </a:extLst>
          </p:cNvPr>
          <p:cNvSpPr txBox="1"/>
          <p:nvPr userDrawn="1"/>
        </p:nvSpPr>
        <p:spPr>
          <a:xfrm rot="18693531">
            <a:off x="2622751" y="9657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37FE40-2560-C394-7557-A8A4AA17A5B8}"/>
              </a:ext>
            </a:extLst>
          </p:cNvPr>
          <p:cNvSpPr txBox="1"/>
          <p:nvPr userDrawn="1"/>
        </p:nvSpPr>
        <p:spPr>
          <a:xfrm rot="18693531">
            <a:off x="3824798" y="9657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7">
            <a:extLst>
              <a:ext uri="{FF2B5EF4-FFF2-40B4-BE49-F238E27FC236}">
                <a16:creationId xmlns:a16="http://schemas.microsoft.com/office/drawing/2014/main" id="{A4335982-2DA1-B3DC-2F07-0FEBF449DAEA}"/>
              </a:ext>
            </a:extLst>
          </p:cNvPr>
          <p:cNvSpPr txBox="1"/>
          <p:nvPr userDrawn="1"/>
        </p:nvSpPr>
        <p:spPr>
          <a:xfrm rot="18693531">
            <a:off x="5073478" y="9657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7">
            <a:extLst>
              <a:ext uri="{FF2B5EF4-FFF2-40B4-BE49-F238E27FC236}">
                <a16:creationId xmlns:a16="http://schemas.microsoft.com/office/drawing/2014/main" id="{EC609298-4385-4E8A-847F-5383C51239F7}"/>
              </a:ext>
            </a:extLst>
          </p:cNvPr>
          <p:cNvSpPr txBox="1"/>
          <p:nvPr userDrawn="1"/>
        </p:nvSpPr>
        <p:spPr>
          <a:xfrm rot="18693531">
            <a:off x="6165679" y="96573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7">
            <a:extLst>
              <a:ext uri="{FF2B5EF4-FFF2-40B4-BE49-F238E27FC236}">
                <a16:creationId xmlns:a16="http://schemas.microsoft.com/office/drawing/2014/main" id="{AAEC8430-A3F1-0DCD-0BCD-3C89F7C4E51D}"/>
              </a:ext>
            </a:extLst>
          </p:cNvPr>
          <p:cNvSpPr txBox="1"/>
          <p:nvPr userDrawn="1"/>
        </p:nvSpPr>
        <p:spPr>
          <a:xfrm rot="18693531">
            <a:off x="7367725" y="9657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8D52FF-FBC5-13A6-98C1-9B530E316D81}"/>
              </a:ext>
            </a:extLst>
          </p:cNvPr>
          <p:cNvSpPr txBox="1"/>
          <p:nvPr userDrawn="1"/>
        </p:nvSpPr>
        <p:spPr>
          <a:xfrm rot="18693531">
            <a:off x="8569772" y="9657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7">
            <a:extLst>
              <a:ext uri="{FF2B5EF4-FFF2-40B4-BE49-F238E27FC236}">
                <a16:creationId xmlns:a16="http://schemas.microsoft.com/office/drawing/2014/main" id="{D6F93CF6-F886-ABA7-D89C-9E6FE7A5DD9C}"/>
              </a:ext>
            </a:extLst>
          </p:cNvPr>
          <p:cNvSpPr txBox="1"/>
          <p:nvPr userDrawn="1"/>
        </p:nvSpPr>
        <p:spPr>
          <a:xfrm rot="18693531">
            <a:off x="328504" y="25024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7">
            <a:extLst>
              <a:ext uri="{FF2B5EF4-FFF2-40B4-BE49-F238E27FC236}">
                <a16:creationId xmlns:a16="http://schemas.microsoft.com/office/drawing/2014/main" id="{391338C5-CEFA-6E98-960B-B5A4CF0E479F}"/>
              </a:ext>
            </a:extLst>
          </p:cNvPr>
          <p:cNvSpPr txBox="1"/>
          <p:nvPr userDrawn="1"/>
        </p:nvSpPr>
        <p:spPr>
          <a:xfrm rot="18693531">
            <a:off x="1420705" y="250243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7">
            <a:extLst>
              <a:ext uri="{FF2B5EF4-FFF2-40B4-BE49-F238E27FC236}">
                <a16:creationId xmlns:a16="http://schemas.microsoft.com/office/drawing/2014/main" id="{337A8679-8773-33DC-01D5-F2E7176B9647}"/>
              </a:ext>
            </a:extLst>
          </p:cNvPr>
          <p:cNvSpPr txBox="1"/>
          <p:nvPr userDrawn="1"/>
        </p:nvSpPr>
        <p:spPr>
          <a:xfrm rot="18693531">
            <a:off x="2622751" y="25024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922810C-C210-5E2B-48D5-94089E2BE836}"/>
              </a:ext>
            </a:extLst>
          </p:cNvPr>
          <p:cNvSpPr txBox="1"/>
          <p:nvPr userDrawn="1"/>
        </p:nvSpPr>
        <p:spPr>
          <a:xfrm rot="18693531">
            <a:off x="3824798" y="25024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A6567773-3609-C1C7-0C39-FC32E8F465CE}"/>
              </a:ext>
            </a:extLst>
          </p:cNvPr>
          <p:cNvSpPr txBox="1"/>
          <p:nvPr userDrawn="1"/>
        </p:nvSpPr>
        <p:spPr>
          <a:xfrm rot="18693531">
            <a:off x="5073478" y="25024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7">
            <a:extLst>
              <a:ext uri="{FF2B5EF4-FFF2-40B4-BE49-F238E27FC236}">
                <a16:creationId xmlns:a16="http://schemas.microsoft.com/office/drawing/2014/main" id="{31027600-2FFA-F089-B719-AE40C8A2EC21}"/>
              </a:ext>
            </a:extLst>
          </p:cNvPr>
          <p:cNvSpPr txBox="1"/>
          <p:nvPr userDrawn="1"/>
        </p:nvSpPr>
        <p:spPr>
          <a:xfrm rot="18693531">
            <a:off x="6165679" y="250243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7">
            <a:extLst>
              <a:ext uri="{FF2B5EF4-FFF2-40B4-BE49-F238E27FC236}">
                <a16:creationId xmlns:a16="http://schemas.microsoft.com/office/drawing/2014/main" id="{6B405ADA-3959-15F0-F2F4-5027515CD4A5}"/>
              </a:ext>
            </a:extLst>
          </p:cNvPr>
          <p:cNvSpPr txBox="1"/>
          <p:nvPr userDrawn="1"/>
        </p:nvSpPr>
        <p:spPr>
          <a:xfrm rot="18693531">
            <a:off x="7367725" y="25024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E3FD8E6-05CF-3F82-637E-078CB2805F62}"/>
              </a:ext>
            </a:extLst>
          </p:cNvPr>
          <p:cNvSpPr txBox="1"/>
          <p:nvPr userDrawn="1"/>
        </p:nvSpPr>
        <p:spPr>
          <a:xfrm rot="18693531">
            <a:off x="8569772" y="25024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テキスト ボックス 7">
            <a:extLst>
              <a:ext uri="{FF2B5EF4-FFF2-40B4-BE49-F238E27FC236}">
                <a16:creationId xmlns:a16="http://schemas.microsoft.com/office/drawing/2014/main" id="{FC082B80-C889-811F-F2AC-FD50EAFDC930}"/>
              </a:ext>
            </a:extLst>
          </p:cNvPr>
          <p:cNvSpPr txBox="1"/>
          <p:nvPr userDrawn="1"/>
        </p:nvSpPr>
        <p:spPr>
          <a:xfrm rot="18693531">
            <a:off x="328504" y="40391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7">
            <a:extLst>
              <a:ext uri="{FF2B5EF4-FFF2-40B4-BE49-F238E27FC236}">
                <a16:creationId xmlns:a16="http://schemas.microsoft.com/office/drawing/2014/main" id="{EE6476BE-AD72-6513-BEF5-1DAD08CE9F2C}"/>
              </a:ext>
            </a:extLst>
          </p:cNvPr>
          <p:cNvSpPr txBox="1"/>
          <p:nvPr userDrawn="1"/>
        </p:nvSpPr>
        <p:spPr>
          <a:xfrm rot="18693531">
            <a:off x="1420705" y="403913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テキスト ボックス 7">
            <a:extLst>
              <a:ext uri="{FF2B5EF4-FFF2-40B4-BE49-F238E27FC236}">
                <a16:creationId xmlns:a16="http://schemas.microsoft.com/office/drawing/2014/main" id="{30B4F8FC-7474-A1D3-ED92-674CCC295A97}"/>
              </a:ext>
            </a:extLst>
          </p:cNvPr>
          <p:cNvSpPr txBox="1"/>
          <p:nvPr userDrawn="1"/>
        </p:nvSpPr>
        <p:spPr>
          <a:xfrm rot="18693531">
            <a:off x="2622751" y="40391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9A02FB4-268D-2F0A-C031-7816AB567917}"/>
              </a:ext>
            </a:extLst>
          </p:cNvPr>
          <p:cNvSpPr txBox="1"/>
          <p:nvPr userDrawn="1"/>
        </p:nvSpPr>
        <p:spPr>
          <a:xfrm rot="18693531">
            <a:off x="3824798" y="40391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テキスト ボックス 7">
            <a:extLst>
              <a:ext uri="{FF2B5EF4-FFF2-40B4-BE49-F238E27FC236}">
                <a16:creationId xmlns:a16="http://schemas.microsoft.com/office/drawing/2014/main" id="{0670ABFB-FFB9-7DF7-AB7A-B75F324B26AE}"/>
              </a:ext>
            </a:extLst>
          </p:cNvPr>
          <p:cNvSpPr txBox="1"/>
          <p:nvPr userDrawn="1"/>
        </p:nvSpPr>
        <p:spPr>
          <a:xfrm rot="18693531">
            <a:off x="5073478" y="4039129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7">
            <a:extLst>
              <a:ext uri="{FF2B5EF4-FFF2-40B4-BE49-F238E27FC236}">
                <a16:creationId xmlns:a16="http://schemas.microsoft.com/office/drawing/2014/main" id="{6E2EE08D-B1E7-382A-A2C5-A61386AA919E}"/>
              </a:ext>
            </a:extLst>
          </p:cNvPr>
          <p:cNvSpPr txBox="1"/>
          <p:nvPr userDrawn="1"/>
        </p:nvSpPr>
        <p:spPr>
          <a:xfrm rot="18693531">
            <a:off x="6165679" y="4039127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テキスト ボックス 7">
            <a:extLst>
              <a:ext uri="{FF2B5EF4-FFF2-40B4-BE49-F238E27FC236}">
                <a16:creationId xmlns:a16="http://schemas.microsoft.com/office/drawing/2014/main" id="{E42BBC4C-F740-B485-F23C-1A06CE7505EC}"/>
              </a:ext>
            </a:extLst>
          </p:cNvPr>
          <p:cNvSpPr txBox="1"/>
          <p:nvPr userDrawn="1"/>
        </p:nvSpPr>
        <p:spPr>
          <a:xfrm rot="18693531">
            <a:off x="7367725" y="4039129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5576C7E-EB48-B0FF-2057-BCEFF34883F8}"/>
              </a:ext>
            </a:extLst>
          </p:cNvPr>
          <p:cNvSpPr txBox="1"/>
          <p:nvPr userDrawn="1"/>
        </p:nvSpPr>
        <p:spPr>
          <a:xfrm rot="18693531">
            <a:off x="8569772" y="4039129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7">
            <a:extLst>
              <a:ext uri="{FF2B5EF4-FFF2-40B4-BE49-F238E27FC236}">
                <a16:creationId xmlns:a16="http://schemas.microsoft.com/office/drawing/2014/main" id="{6D281AB3-BD79-EB99-F368-17D38B3D69EA}"/>
              </a:ext>
            </a:extLst>
          </p:cNvPr>
          <p:cNvSpPr txBox="1"/>
          <p:nvPr userDrawn="1"/>
        </p:nvSpPr>
        <p:spPr>
          <a:xfrm rot="18693531">
            <a:off x="371058" y="557582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7">
            <a:extLst>
              <a:ext uri="{FF2B5EF4-FFF2-40B4-BE49-F238E27FC236}">
                <a16:creationId xmlns:a16="http://schemas.microsoft.com/office/drawing/2014/main" id="{FCA3D0BC-7E02-45C9-10F6-7CAA4DFE378D}"/>
              </a:ext>
            </a:extLst>
          </p:cNvPr>
          <p:cNvSpPr txBox="1"/>
          <p:nvPr userDrawn="1"/>
        </p:nvSpPr>
        <p:spPr>
          <a:xfrm rot="18693531">
            <a:off x="1463259" y="557582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テキスト ボックス 7">
            <a:extLst>
              <a:ext uri="{FF2B5EF4-FFF2-40B4-BE49-F238E27FC236}">
                <a16:creationId xmlns:a16="http://schemas.microsoft.com/office/drawing/2014/main" id="{6C4A2277-744B-42C6-5013-79FF01624015}"/>
              </a:ext>
            </a:extLst>
          </p:cNvPr>
          <p:cNvSpPr txBox="1"/>
          <p:nvPr userDrawn="1"/>
        </p:nvSpPr>
        <p:spPr>
          <a:xfrm rot="18693531">
            <a:off x="2665305" y="557582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CE47DC5-1766-9BD8-6A7F-895DCDDE3342}"/>
              </a:ext>
            </a:extLst>
          </p:cNvPr>
          <p:cNvSpPr txBox="1"/>
          <p:nvPr userDrawn="1"/>
        </p:nvSpPr>
        <p:spPr>
          <a:xfrm rot="18693531">
            <a:off x="3867352" y="557582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7">
            <a:extLst>
              <a:ext uri="{FF2B5EF4-FFF2-40B4-BE49-F238E27FC236}">
                <a16:creationId xmlns:a16="http://schemas.microsoft.com/office/drawing/2014/main" id="{11C249C2-B613-F224-BC93-B2AC281F62D9}"/>
              </a:ext>
            </a:extLst>
          </p:cNvPr>
          <p:cNvSpPr txBox="1"/>
          <p:nvPr userDrawn="1"/>
        </p:nvSpPr>
        <p:spPr>
          <a:xfrm rot="18693531">
            <a:off x="5116032" y="557582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テキスト ボックス 7">
            <a:extLst>
              <a:ext uri="{FF2B5EF4-FFF2-40B4-BE49-F238E27FC236}">
                <a16:creationId xmlns:a16="http://schemas.microsoft.com/office/drawing/2014/main" id="{B05D92CB-588D-48E4-1779-E7CDA468B2E1}"/>
              </a:ext>
            </a:extLst>
          </p:cNvPr>
          <p:cNvSpPr txBox="1"/>
          <p:nvPr userDrawn="1"/>
        </p:nvSpPr>
        <p:spPr>
          <a:xfrm rot="18693531">
            <a:off x="6208233" y="557582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7">
            <a:extLst>
              <a:ext uri="{FF2B5EF4-FFF2-40B4-BE49-F238E27FC236}">
                <a16:creationId xmlns:a16="http://schemas.microsoft.com/office/drawing/2014/main" id="{0230835C-0A49-55E3-C643-A1AB1686E5FC}"/>
              </a:ext>
            </a:extLst>
          </p:cNvPr>
          <p:cNvSpPr txBox="1"/>
          <p:nvPr userDrawn="1"/>
        </p:nvSpPr>
        <p:spPr>
          <a:xfrm rot="18693531">
            <a:off x="7410279" y="557582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8DF231-DAB2-F4E6-7525-C6A37E215EC0}"/>
              </a:ext>
            </a:extLst>
          </p:cNvPr>
          <p:cNvSpPr txBox="1"/>
          <p:nvPr userDrawn="1"/>
        </p:nvSpPr>
        <p:spPr>
          <a:xfrm rot="18693531">
            <a:off x="8612326" y="557582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テキスト ボックス 7">
            <a:extLst>
              <a:ext uri="{FF2B5EF4-FFF2-40B4-BE49-F238E27FC236}">
                <a16:creationId xmlns:a16="http://schemas.microsoft.com/office/drawing/2014/main" id="{E5AE3D60-E668-94BE-61D8-9F9DEFA54A0F}"/>
              </a:ext>
            </a:extLst>
          </p:cNvPr>
          <p:cNvSpPr txBox="1"/>
          <p:nvPr userDrawn="1"/>
        </p:nvSpPr>
        <p:spPr>
          <a:xfrm rot="18693531">
            <a:off x="358439" y="7112511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テキスト ボックス 7">
            <a:extLst>
              <a:ext uri="{FF2B5EF4-FFF2-40B4-BE49-F238E27FC236}">
                <a16:creationId xmlns:a16="http://schemas.microsoft.com/office/drawing/2014/main" id="{4B381840-980C-6311-309A-CF17C2B1794B}"/>
              </a:ext>
            </a:extLst>
          </p:cNvPr>
          <p:cNvSpPr txBox="1"/>
          <p:nvPr userDrawn="1"/>
        </p:nvSpPr>
        <p:spPr>
          <a:xfrm rot="18693531">
            <a:off x="1450640" y="7112509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テキスト ボックス 7">
            <a:extLst>
              <a:ext uri="{FF2B5EF4-FFF2-40B4-BE49-F238E27FC236}">
                <a16:creationId xmlns:a16="http://schemas.microsoft.com/office/drawing/2014/main" id="{1D4F32DB-A85C-5907-AA67-918F12DA973D}"/>
              </a:ext>
            </a:extLst>
          </p:cNvPr>
          <p:cNvSpPr txBox="1"/>
          <p:nvPr userDrawn="1"/>
        </p:nvSpPr>
        <p:spPr>
          <a:xfrm rot="18693531">
            <a:off x="2652686" y="7112511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0AFAFBC-B939-B70F-66E6-3FB967593F1D}"/>
              </a:ext>
            </a:extLst>
          </p:cNvPr>
          <p:cNvSpPr txBox="1"/>
          <p:nvPr userDrawn="1"/>
        </p:nvSpPr>
        <p:spPr>
          <a:xfrm rot="18693531">
            <a:off x="3854733" y="7112511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テキスト ボックス 7">
            <a:extLst>
              <a:ext uri="{FF2B5EF4-FFF2-40B4-BE49-F238E27FC236}">
                <a16:creationId xmlns:a16="http://schemas.microsoft.com/office/drawing/2014/main" id="{C108F38A-53C9-BE7F-F3B2-767829D4A9C5}"/>
              </a:ext>
            </a:extLst>
          </p:cNvPr>
          <p:cNvSpPr txBox="1"/>
          <p:nvPr userDrawn="1"/>
        </p:nvSpPr>
        <p:spPr>
          <a:xfrm rot="18693531">
            <a:off x="5103413" y="7112508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テキスト ボックス 7">
            <a:extLst>
              <a:ext uri="{FF2B5EF4-FFF2-40B4-BE49-F238E27FC236}">
                <a16:creationId xmlns:a16="http://schemas.microsoft.com/office/drawing/2014/main" id="{7AFAF90D-630D-8658-B647-A3D9D9C1E85B}"/>
              </a:ext>
            </a:extLst>
          </p:cNvPr>
          <p:cNvSpPr txBox="1"/>
          <p:nvPr userDrawn="1"/>
        </p:nvSpPr>
        <p:spPr>
          <a:xfrm rot="18693531">
            <a:off x="6195614" y="7112506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7">
            <a:extLst>
              <a:ext uri="{FF2B5EF4-FFF2-40B4-BE49-F238E27FC236}">
                <a16:creationId xmlns:a16="http://schemas.microsoft.com/office/drawing/2014/main" id="{8ACEDE99-50A1-B77A-34B8-9BDAEAC278A1}"/>
              </a:ext>
            </a:extLst>
          </p:cNvPr>
          <p:cNvSpPr txBox="1"/>
          <p:nvPr userDrawn="1"/>
        </p:nvSpPr>
        <p:spPr>
          <a:xfrm rot="18693531">
            <a:off x="7397660" y="7112508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8074CAA-8053-8442-81B6-BB8F2B8F1F49}"/>
              </a:ext>
            </a:extLst>
          </p:cNvPr>
          <p:cNvSpPr txBox="1"/>
          <p:nvPr userDrawn="1"/>
        </p:nvSpPr>
        <p:spPr>
          <a:xfrm rot="18693531">
            <a:off x="8599707" y="7112508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テキスト ボックス 7">
            <a:extLst>
              <a:ext uri="{FF2B5EF4-FFF2-40B4-BE49-F238E27FC236}">
                <a16:creationId xmlns:a16="http://schemas.microsoft.com/office/drawing/2014/main" id="{340CA3AF-F28A-D09C-1D71-47764025E9B8}"/>
              </a:ext>
            </a:extLst>
          </p:cNvPr>
          <p:cNvSpPr txBox="1"/>
          <p:nvPr userDrawn="1"/>
        </p:nvSpPr>
        <p:spPr>
          <a:xfrm rot="18693531">
            <a:off x="371059" y="844115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テキスト ボックス 7">
            <a:extLst>
              <a:ext uri="{FF2B5EF4-FFF2-40B4-BE49-F238E27FC236}">
                <a16:creationId xmlns:a16="http://schemas.microsoft.com/office/drawing/2014/main" id="{35B70DB5-0A99-ACDB-4712-2CB6D48827AB}"/>
              </a:ext>
            </a:extLst>
          </p:cNvPr>
          <p:cNvSpPr txBox="1"/>
          <p:nvPr userDrawn="1"/>
        </p:nvSpPr>
        <p:spPr>
          <a:xfrm rot="18693531">
            <a:off x="1463260" y="8441151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テキスト ボックス 7">
            <a:extLst>
              <a:ext uri="{FF2B5EF4-FFF2-40B4-BE49-F238E27FC236}">
                <a16:creationId xmlns:a16="http://schemas.microsoft.com/office/drawing/2014/main" id="{1F3F9C8C-C033-AE7D-4163-BC1014345C4B}"/>
              </a:ext>
            </a:extLst>
          </p:cNvPr>
          <p:cNvSpPr txBox="1"/>
          <p:nvPr userDrawn="1"/>
        </p:nvSpPr>
        <p:spPr>
          <a:xfrm rot="18693531">
            <a:off x="2665306" y="844115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3AC4BDD-E1D8-CE26-930F-9B8526B0260E}"/>
              </a:ext>
            </a:extLst>
          </p:cNvPr>
          <p:cNvSpPr txBox="1"/>
          <p:nvPr userDrawn="1"/>
        </p:nvSpPr>
        <p:spPr>
          <a:xfrm rot="18693531">
            <a:off x="3867353" y="844115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テキスト ボックス 7">
            <a:extLst>
              <a:ext uri="{FF2B5EF4-FFF2-40B4-BE49-F238E27FC236}">
                <a16:creationId xmlns:a16="http://schemas.microsoft.com/office/drawing/2014/main" id="{FED6AEAD-7C37-5158-9AAF-244ECD96CF31}"/>
              </a:ext>
            </a:extLst>
          </p:cNvPr>
          <p:cNvSpPr txBox="1"/>
          <p:nvPr userDrawn="1"/>
        </p:nvSpPr>
        <p:spPr>
          <a:xfrm rot="18693531">
            <a:off x="5116033" y="844115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テキスト ボックス 7">
            <a:extLst>
              <a:ext uri="{FF2B5EF4-FFF2-40B4-BE49-F238E27FC236}">
                <a16:creationId xmlns:a16="http://schemas.microsoft.com/office/drawing/2014/main" id="{B8D20C0D-C1F3-073B-A891-6AEDF7C430BD}"/>
              </a:ext>
            </a:extLst>
          </p:cNvPr>
          <p:cNvSpPr txBox="1"/>
          <p:nvPr userDrawn="1"/>
        </p:nvSpPr>
        <p:spPr>
          <a:xfrm rot="18693531">
            <a:off x="6208234" y="8441148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テキスト ボックス 7">
            <a:extLst>
              <a:ext uri="{FF2B5EF4-FFF2-40B4-BE49-F238E27FC236}">
                <a16:creationId xmlns:a16="http://schemas.microsoft.com/office/drawing/2014/main" id="{885BBDCF-AF29-F539-5A31-56A12FA87846}"/>
              </a:ext>
            </a:extLst>
          </p:cNvPr>
          <p:cNvSpPr txBox="1"/>
          <p:nvPr userDrawn="1"/>
        </p:nvSpPr>
        <p:spPr>
          <a:xfrm rot="18693531">
            <a:off x="7410280" y="844115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D20E4874-B885-11A4-2A92-0AB2B36B9774}"/>
              </a:ext>
            </a:extLst>
          </p:cNvPr>
          <p:cNvSpPr txBox="1"/>
          <p:nvPr userDrawn="1"/>
        </p:nvSpPr>
        <p:spPr>
          <a:xfrm rot="18693531">
            <a:off x="8612327" y="844115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テキスト ボックス 7">
            <a:extLst>
              <a:ext uri="{FF2B5EF4-FFF2-40B4-BE49-F238E27FC236}">
                <a16:creationId xmlns:a16="http://schemas.microsoft.com/office/drawing/2014/main" id="{B99829C1-378E-EC5D-F1E2-946554780E73}"/>
              </a:ext>
            </a:extLst>
          </p:cNvPr>
          <p:cNvSpPr txBox="1"/>
          <p:nvPr userDrawn="1"/>
        </p:nvSpPr>
        <p:spPr>
          <a:xfrm rot="18693531">
            <a:off x="328504" y="9702507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テキスト ボックス 7">
            <a:extLst>
              <a:ext uri="{FF2B5EF4-FFF2-40B4-BE49-F238E27FC236}">
                <a16:creationId xmlns:a16="http://schemas.microsoft.com/office/drawing/2014/main" id="{08347C74-7725-2743-8A1E-5608769F3F42}"/>
              </a:ext>
            </a:extLst>
          </p:cNvPr>
          <p:cNvSpPr txBox="1"/>
          <p:nvPr userDrawn="1"/>
        </p:nvSpPr>
        <p:spPr>
          <a:xfrm rot="18693531">
            <a:off x="1420705" y="970250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テキスト ボックス 7">
            <a:extLst>
              <a:ext uri="{FF2B5EF4-FFF2-40B4-BE49-F238E27FC236}">
                <a16:creationId xmlns:a16="http://schemas.microsoft.com/office/drawing/2014/main" id="{615224DB-2551-F795-4DF0-142CE357F061}"/>
              </a:ext>
            </a:extLst>
          </p:cNvPr>
          <p:cNvSpPr txBox="1"/>
          <p:nvPr userDrawn="1"/>
        </p:nvSpPr>
        <p:spPr>
          <a:xfrm rot="18693531">
            <a:off x="2622751" y="9702507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C19CA0E-42D0-A34A-5D9B-91C89F242EA4}"/>
              </a:ext>
            </a:extLst>
          </p:cNvPr>
          <p:cNvSpPr txBox="1"/>
          <p:nvPr userDrawn="1"/>
        </p:nvSpPr>
        <p:spPr>
          <a:xfrm rot="18693531">
            <a:off x="3824798" y="9702507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テキスト ボックス 7">
            <a:extLst>
              <a:ext uri="{FF2B5EF4-FFF2-40B4-BE49-F238E27FC236}">
                <a16:creationId xmlns:a16="http://schemas.microsoft.com/office/drawing/2014/main" id="{39E2059B-F69A-55A0-39A7-AAE72536E1EE}"/>
              </a:ext>
            </a:extLst>
          </p:cNvPr>
          <p:cNvSpPr txBox="1"/>
          <p:nvPr userDrawn="1"/>
        </p:nvSpPr>
        <p:spPr>
          <a:xfrm rot="18693531">
            <a:off x="5073478" y="9702504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テキスト ボックス 7">
            <a:extLst>
              <a:ext uri="{FF2B5EF4-FFF2-40B4-BE49-F238E27FC236}">
                <a16:creationId xmlns:a16="http://schemas.microsoft.com/office/drawing/2014/main" id="{D9AB21F0-3687-67F3-4B0A-EE9AC892ECBD}"/>
              </a:ext>
            </a:extLst>
          </p:cNvPr>
          <p:cNvSpPr txBox="1"/>
          <p:nvPr userDrawn="1"/>
        </p:nvSpPr>
        <p:spPr>
          <a:xfrm rot="18693531">
            <a:off x="6165679" y="970250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テキスト ボックス 7">
            <a:extLst>
              <a:ext uri="{FF2B5EF4-FFF2-40B4-BE49-F238E27FC236}">
                <a16:creationId xmlns:a16="http://schemas.microsoft.com/office/drawing/2014/main" id="{3058C19F-E792-ABB3-9DAD-606529C1147C}"/>
              </a:ext>
            </a:extLst>
          </p:cNvPr>
          <p:cNvSpPr txBox="1"/>
          <p:nvPr userDrawn="1"/>
        </p:nvSpPr>
        <p:spPr>
          <a:xfrm rot="18693531">
            <a:off x="7367725" y="9702504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C5DC0AC-D95B-165E-05F7-83100726A7E3}"/>
              </a:ext>
            </a:extLst>
          </p:cNvPr>
          <p:cNvSpPr txBox="1"/>
          <p:nvPr userDrawn="1"/>
        </p:nvSpPr>
        <p:spPr>
          <a:xfrm rot="18693531">
            <a:off x="8569772" y="9702504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テキスト ボックス 7">
            <a:extLst>
              <a:ext uri="{FF2B5EF4-FFF2-40B4-BE49-F238E27FC236}">
                <a16:creationId xmlns:a16="http://schemas.microsoft.com/office/drawing/2014/main" id="{DC0D31AD-0ABA-F700-1018-F23186EA5293}"/>
              </a:ext>
            </a:extLst>
          </p:cNvPr>
          <p:cNvSpPr txBox="1"/>
          <p:nvPr userDrawn="1"/>
        </p:nvSpPr>
        <p:spPr>
          <a:xfrm rot="18693531">
            <a:off x="315885" y="1123919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テキスト ボックス 7">
            <a:extLst>
              <a:ext uri="{FF2B5EF4-FFF2-40B4-BE49-F238E27FC236}">
                <a16:creationId xmlns:a16="http://schemas.microsoft.com/office/drawing/2014/main" id="{9A9F796F-E445-990E-134F-A63EEE444A1F}"/>
              </a:ext>
            </a:extLst>
          </p:cNvPr>
          <p:cNvSpPr txBox="1"/>
          <p:nvPr userDrawn="1"/>
        </p:nvSpPr>
        <p:spPr>
          <a:xfrm rot="18693531">
            <a:off x="1408086" y="11239191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テキスト ボックス 7">
            <a:extLst>
              <a:ext uri="{FF2B5EF4-FFF2-40B4-BE49-F238E27FC236}">
                <a16:creationId xmlns:a16="http://schemas.microsoft.com/office/drawing/2014/main" id="{1BEF6CDF-95ED-35CC-A266-6D60A382A2B0}"/>
              </a:ext>
            </a:extLst>
          </p:cNvPr>
          <p:cNvSpPr txBox="1"/>
          <p:nvPr userDrawn="1"/>
        </p:nvSpPr>
        <p:spPr>
          <a:xfrm rot="18693531">
            <a:off x="2610132" y="1123919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75F60A5-C463-36B4-23F0-3F952849C65F}"/>
              </a:ext>
            </a:extLst>
          </p:cNvPr>
          <p:cNvSpPr txBox="1"/>
          <p:nvPr userDrawn="1"/>
        </p:nvSpPr>
        <p:spPr>
          <a:xfrm rot="18693531">
            <a:off x="3812179" y="1123919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テキスト ボックス 7">
            <a:extLst>
              <a:ext uri="{FF2B5EF4-FFF2-40B4-BE49-F238E27FC236}">
                <a16:creationId xmlns:a16="http://schemas.microsoft.com/office/drawing/2014/main" id="{EF682F9B-A0CE-8D63-6087-355518FF24DC}"/>
              </a:ext>
            </a:extLst>
          </p:cNvPr>
          <p:cNvSpPr txBox="1"/>
          <p:nvPr userDrawn="1"/>
        </p:nvSpPr>
        <p:spPr>
          <a:xfrm rot="18693531">
            <a:off x="5060859" y="1123919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テキスト ボックス 7">
            <a:extLst>
              <a:ext uri="{FF2B5EF4-FFF2-40B4-BE49-F238E27FC236}">
                <a16:creationId xmlns:a16="http://schemas.microsoft.com/office/drawing/2014/main" id="{565DA673-7C56-5C57-E736-BAFDEBAD9FDD}"/>
              </a:ext>
            </a:extLst>
          </p:cNvPr>
          <p:cNvSpPr txBox="1"/>
          <p:nvPr userDrawn="1"/>
        </p:nvSpPr>
        <p:spPr>
          <a:xfrm rot="18693531">
            <a:off x="6153060" y="11239188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テキスト ボックス 7">
            <a:extLst>
              <a:ext uri="{FF2B5EF4-FFF2-40B4-BE49-F238E27FC236}">
                <a16:creationId xmlns:a16="http://schemas.microsoft.com/office/drawing/2014/main" id="{6EE1AC63-49E7-BB5D-A02F-021778E724E5}"/>
              </a:ext>
            </a:extLst>
          </p:cNvPr>
          <p:cNvSpPr txBox="1"/>
          <p:nvPr userDrawn="1"/>
        </p:nvSpPr>
        <p:spPr>
          <a:xfrm rot="18693531">
            <a:off x="7355106" y="1123919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5871CA46-AA91-C1B1-B440-3CFEC8395E32}"/>
              </a:ext>
            </a:extLst>
          </p:cNvPr>
          <p:cNvSpPr txBox="1"/>
          <p:nvPr userDrawn="1"/>
        </p:nvSpPr>
        <p:spPr>
          <a:xfrm rot="18693531">
            <a:off x="8557153" y="1123919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テキスト ボックス 7">
            <a:extLst>
              <a:ext uri="{FF2B5EF4-FFF2-40B4-BE49-F238E27FC236}">
                <a16:creationId xmlns:a16="http://schemas.microsoft.com/office/drawing/2014/main" id="{9FE0535D-B1B6-3138-E1CE-A8A159105FE9}"/>
              </a:ext>
            </a:extLst>
          </p:cNvPr>
          <p:cNvSpPr txBox="1"/>
          <p:nvPr userDrawn="1"/>
        </p:nvSpPr>
        <p:spPr>
          <a:xfrm rot="18693531">
            <a:off x="328505" y="125678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テキスト ボックス 7">
            <a:extLst>
              <a:ext uri="{FF2B5EF4-FFF2-40B4-BE49-F238E27FC236}">
                <a16:creationId xmlns:a16="http://schemas.microsoft.com/office/drawing/2014/main" id="{5A3D02F0-A3BE-3BFD-82B8-BAFE58ADBBF3}"/>
              </a:ext>
            </a:extLst>
          </p:cNvPr>
          <p:cNvSpPr txBox="1"/>
          <p:nvPr userDrawn="1"/>
        </p:nvSpPr>
        <p:spPr>
          <a:xfrm rot="18693531">
            <a:off x="1420706" y="1256783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テキスト ボックス 7">
            <a:extLst>
              <a:ext uri="{FF2B5EF4-FFF2-40B4-BE49-F238E27FC236}">
                <a16:creationId xmlns:a16="http://schemas.microsoft.com/office/drawing/2014/main" id="{46DFC97B-B5E6-3033-E1E1-8EA888CA9343}"/>
              </a:ext>
            </a:extLst>
          </p:cNvPr>
          <p:cNvSpPr txBox="1"/>
          <p:nvPr userDrawn="1"/>
        </p:nvSpPr>
        <p:spPr>
          <a:xfrm rot="18693531">
            <a:off x="2622752" y="125678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3B92FDB3-2A66-8CE5-E09A-0D09F4B7DFF3}"/>
              </a:ext>
            </a:extLst>
          </p:cNvPr>
          <p:cNvSpPr txBox="1"/>
          <p:nvPr userDrawn="1"/>
        </p:nvSpPr>
        <p:spPr>
          <a:xfrm rot="18693531">
            <a:off x="3824799" y="1256783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テキスト ボックス 7">
            <a:extLst>
              <a:ext uri="{FF2B5EF4-FFF2-40B4-BE49-F238E27FC236}">
                <a16:creationId xmlns:a16="http://schemas.microsoft.com/office/drawing/2014/main" id="{014E941F-A47D-4C5A-9130-99AC06F72E4B}"/>
              </a:ext>
            </a:extLst>
          </p:cNvPr>
          <p:cNvSpPr txBox="1"/>
          <p:nvPr userDrawn="1"/>
        </p:nvSpPr>
        <p:spPr>
          <a:xfrm rot="18693531">
            <a:off x="5073479" y="125678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テキスト ボックス 7">
            <a:extLst>
              <a:ext uri="{FF2B5EF4-FFF2-40B4-BE49-F238E27FC236}">
                <a16:creationId xmlns:a16="http://schemas.microsoft.com/office/drawing/2014/main" id="{67284528-DEC3-1412-9FCC-5359B989F6E9}"/>
              </a:ext>
            </a:extLst>
          </p:cNvPr>
          <p:cNvSpPr txBox="1"/>
          <p:nvPr userDrawn="1"/>
        </p:nvSpPr>
        <p:spPr>
          <a:xfrm rot="18693531">
            <a:off x="6165680" y="1256783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テキスト ボックス 7">
            <a:extLst>
              <a:ext uri="{FF2B5EF4-FFF2-40B4-BE49-F238E27FC236}">
                <a16:creationId xmlns:a16="http://schemas.microsoft.com/office/drawing/2014/main" id="{50CCCD74-CDC5-EE06-8F58-8553CB5E1589}"/>
              </a:ext>
            </a:extLst>
          </p:cNvPr>
          <p:cNvSpPr txBox="1"/>
          <p:nvPr userDrawn="1"/>
        </p:nvSpPr>
        <p:spPr>
          <a:xfrm rot="18693531">
            <a:off x="7367726" y="125678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BCCC5E68-9FDC-1964-DBBD-10F3D5CE9F87}"/>
              </a:ext>
            </a:extLst>
          </p:cNvPr>
          <p:cNvSpPr txBox="1"/>
          <p:nvPr userDrawn="1"/>
        </p:nvSpPr>
        <p:spPr>
          <a:xfrm rot="18693531">
            <a:off x="8569773" y="1256783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テキスト ボックス 7">
            <a:extLst>
              <a:ext uri="{FF2B5EF4-FFF2-40B4-BE49-F238E27FC236}">
                <a16:creationId xmlns:a16="http://schemas.microsoft.com/office/drawing/2014/main" id="{57771051-E8BE-A448-7E81-942B2731B804}"/>
              </a:ext>
            </a:extLst>
          </p:cNvPr>
          <p:cNvSpPr txBox="1"/>
          <p:nvPr userDrawn="1"/>
        </p:nvSpPr>
        <p:spPr>
          <a:xfrm rot="18693531">
            <a:off x="328505" y="1389647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">
            <a:extLst>
              <a:ext uri="{FF2B5EF4-FFF2-40B4-BE49-F238E27FC236}">
                <a16:creationId xmlns:a16="http://schemas.microsoft.com/office/drawing/2014/main" id="{BEB769E5-DDD4-BB7D-2F93-777C3A667A7C}"/>
              </a:ext>
            </a:extLst>
          </p:cNvPr>
          <p:cNvSpPr txBox="1"/>
          <p:nvPr userDrawn="1"/>
        </p:nvSpPr>
        <p:spPr>
          <a:xfrm rot="18693531">
            <a:off x="1420706" y="1389647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テキスト ボックス 7">
            <a:extLst>
              <a:ext uri="{FF2B5EF4-FFF2-40B4-BE49-F238E27FC236}">
                <a16:creationId xmlns:a16="http://schemas.microsoft.com/office/drawing/2014/main" id="{F9C820CB-59B9-1E24-22B3-9F8F6CAB7D3C}"/>
              </a:ext>
            </a:extLst>
          </p:cNvPr>
          <p:cNvSpPr txBox="1"/>
          <p:nvPr userDrawn="1"/>
        </p:nvSpPr>
        <p:spPr>
          <a:xfrm rot="18693531">
            <a:off x="2622752" y="1389647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0BC0BC54-DFB3-E8EC-333A-2DC0EC7EABB1}"/>
              </a:ext>
            </a:extLst>
          </p:cNvPr>
          <p:cNvSpPr txBox="1"/>
          <p:nvPr userDrawn="1"/>
        </p:nvSpPr>
        <p:spPr>
          <a:xfrm rot="18693531">
            <a:off x="3824799" y="1389647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テキスト ボックス 7">
            <a:extLst>
              <a:ext uri="{FF2B5EF4-FFF2-40B4-BE49-F238E27FC236}">
                <a16:creationId xmlns:a16="http://schemas.microsoft.com/office/drawing/2014/main" id="{D3E4E66E-73F4-3DAE-4A2E-27E876CA37F2}"/>
              </a:ext>
            </a:extLst>
          </p:cNvPr>
          <p:cNvSpPr txBox="1"/>
          <p:nvPr userDrawn="1"/>
        </p:nvSpPr>
        <p:spPr>
          <a:xfrm rot="18693531">
            <a:off x="5073479" y="1389647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テキスト ボックス 7">
            <a:extLst>
              <a:ext uri="{FF2B5EF4-FFF2-40B4-BE49-F238E27FC236}">
                <a16:creationId xmlns:a16="http://schemas.microsoft.com/office/drawing/2014/main" id="{BDC1AF5E-69BC-5451-23CB-7181D6154B5D}"/>
              </a:ext>
            </a:extLst>
          </p:cNvPr>
          <p:cNvSpPr txBox="1"/>
          <p:nvPr userDrawn="1"/>
        </p:nvSpPr>
        <p:spPr>
          <a:xfrm rot="18693531">
            <a:off x="6165680" y="1389647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テキスト ボックス 7">
            <a:extLst>
              <a:ext uri="{FF2B5EF4-FFF2-40B4-BE49-F238E27FC236}">
                <a16:creationId xmlns:a16="http://schemas.microsoft.com/office/drawing/2014/main" id="{0AA471D4-FA54-67A6-FDBD-8E4EFA4DEDE5}"/>
              </a:ext>
            </a:extLst>
          </p:cNvPr>
          <p:cNvSpPr txBox="1"/>
          <p:nvPr userDrawn="1"/>
        </p:nvSpPr>
        <p:spPr>
          <a:xfrm rot="18693531">
            <a:off x="7367726" y="1389647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AD368BDC-EB28-383C-7DB1-FD9E41243EE7}"/>
              </a:ext>
            </a:extLst>
          </p:cNvPr>
          <p:cNvSpPr txBox="1"/>
          <p:nvPr userDrawn="1"/>
        </p:nvSpPr>
        <p:spPr>
          <a:xfrm rot="18693531">
            <a:off x="8569773" y="1389647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テキスト ボックス 7">
            <a:extLst>
              <a:ext uri="{FF2B5EF4-FFF2-40B4-BE49-F238E27FC236}">
                <a16:creationId xmlns:a16="http://schemas.microsoft.com/office/drawing/2014/main" id="{0E96C4B2-2DA4-9619-9683-70FCE9865A47}"/>
              </a:ext>
            </a:extLst>
          </p:cNvPr>
          <p:cNvSpPr txBox="1"/>
          <p:nvPr userDrawn="1"/>
        </p:nvSpPr>
        <p:spPr>
          <a:xfrm rot="18693531">
            <a:off x="341125" y="15225117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テキスト ボックス 7">
            <a:extLst>
              <a:ext uri="{FF2B5EF4-FFF2-40B4-BE49-F238E27FC236}">
                <a16:creationId xmlns:a16="http://schemas.microsoft.com/office/drawing/2014/main" id="{DAEDE77F-2AAD-D275-AF03-740284CDB5E0}"/>
              </a:ext>
            </a:extLst>
          </p:cNvPr>
          <p:cNvSpPr txBox="1"/>
          <p:nvPr userDrawn="1"/>
        </p:nvSpPr>
        <p:spPr>
          <a:xfrm rot="18693531">
            <a:off x="1433326" y="1522511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テキスト ボックス 7">
            <a:extLst>
              <a:ext uri="{FF2B5EF4-FFF2-40B4-BE49-F238E27FC236}">
                <a16:creationId xmlns:a16="http://schemas.microsoft.com/office/drawing/2014/main" id="{90BA1122-2439-75B2-4175-F6908B337EC0}"/>
              </a:ext>
            </a:extLst>
          </p:cNvPr>
          <p:cNvSpPr txBox="1"/>
          <p:nvPr userDrawn="1"/>
        </p:nvSpPr>
        <p:spPr>
          <a:xfrm rot="18693531">
            <a:off x="2635372" y="15225117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EE7B3894-5D19-A381-E192-AFDB1E0655C1}"/>
              </a:ext>
            </a:extLst>
          </p:cNvPr>
          <p:cNvSpPr txBox="1"/>
          <p:nvPr userDrawn="1"/>
        </p:nvSpPr>
        <p:spPr>
          <a:xfrm rot="18693531">
            <a:off x="3837419" y="15225117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テキスト ボックス 7">
            <a:extLst>
              <a:ext uri="{FF2B5EF4-FFF2-40B4-BE49-F238E27FC236}">
                <a16:creationId xmlns:a16="http://schemas.microsoft.com/office/drawing/2014/main" id="{1706E87F-03A6-29FE-C870-46DC9723CEA2}"/>
              </a:ext>
            </a:extLst>
          </p:cNvPr>
          <p:cNvSpPr txBox="1"/>
          <p:nvPr userDrawn="1"/>
        </p:nvSpPr>
        <p:spPr>
          <a:xfrm rot="18693531">
            <a:off x="5086099" y="15225114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テキスト ボックス 7">
            <a:extLst>
              <a:ext uri="{FF2B5EF4-FFF2-40B4-BE49-F238E27FC236}">
                <a16:creationId xmlns:a16="http://schemas.microsoft.com/office/drawing/2014/main" id="{3F73EC07-EA0F-D1F7-7733-A1F408C31C54}"/>
              </a:ext>
            </a:extLst>
          </p:cNvPr>
          <p:cNvSpPr txBox="1"/>
          <p:nvPr userDrawn="1"/>
        </p:nvSpPr>
        <p:spPr>
          <a:xfrm rot="18693531">
            <a:off x="6178300" y="1522511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テキスト ボックス 7">
            <a:extLst>
              <a:ext uri="{FF2B5EF4-FFF2-40B4-BE49-F238E27FC236}">
                <a16:creationId xmlns:a16="http://schemas.microsoft.com/office/drawing/2014/main" id="{B0D31301-D0F3-CEED-2425-72B139EE6C0E}"/>
              </a:ext>
            </a:extLst>
          </p:cNvPr>
          <p:cNvSpPr txBox="1"/>
          <p:nvPr userDrawn="1"/>
        </p:nvSpPr>
        <p:spPr>
          <a:xfrm rot="18693531">
            <a:off x="7380346" y="15225114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BA8379F4-AD9E-C07E-533E-36A39A20CB4E}"/>
              </a:ext>
            </a:extLst>
          </p:cNvPr>
          <p:cNvSpPr txBox="1"/>
          <p:nvPr userDrawn="1"/>
        </p:nvSpPr>
        <p:spPr>
          <a:xfrm rot="18693531">
            <a:off x="8582393" y="15225114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テキスト ボックス 7">
            <a:extLst>
              <a:ext uri="{FF2B5EF4-FFF2-40B4-BE49-F238E27FC236}">
                <a16:creationId xmlns:a16="http://schemas.microsoft.com/office/drawing/2014/main" id="{EE151449-4AB1-FE97-D519-3DC1C67E13BD}"/>
              </a:ext>
            </a:extLst>
          </p:cNvPr>
          <p:cNvSpPr txBox="1"/>
          <p:nvPr userDrawn="1"/>
        </p:nvSpPr>
        <p:spPr>
          <a:xfrm rot="18693531">
            <a:off x="374791" y="16523698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テキスト ボックス 7">
            <a:extLst>
              <a:ext uri="{FF2B5EF4-FFF2-40B4-BE49-F238E27FC236}">
                <a16:creationId xmlns:a16="http://schemas.microsoft.com/office/drawing/2014/main" id="{9025655F-F763-9C2C-29B1-6E7FEA88287F}"/>
              </a:ext>
            </a:extLst>
          </p:cNvPr>
          <p:cNvSpPr txBox="1"/>
          <p:nvPr userDrawn="1"/>
        </p:nvSpPr>
        <p:spPr>
          <a:xfrm rot="18693531">
            <a:off x="1466992" y="16523696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テキスト ボックス 7">
            <a:extLst>
              <a:ext uri="{FF2B5EF4-FFF2-40B4-BE49-F238E27FC236}">
                <a16:creationId xmlns:a16="http://schemas.microsoft.com/office/drawing/2014/main" id="{C4C7A5B1-16C9-C472-D8A8-F2641B4BF929}"/>
              </a:ext>
            </a:extLst>
          </p:cNvPr>
          <p:cNvSpPr txBox="1"/>
          <p:nvPr userDrawn="1"/>
        </p:nvSpPr>
        <p:spPr>
          <a:xfrm rot="18693531">
            <a:off x="2669038" y="16523698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84886AA1-2B80-ED95-5F4C-2A746976EAB3}"/>
              </a:ext>
            </a:extLst>
          </p:cNvPr>
          <p:cNvSpPr txBox="1"/>
          <p:nvPr userDrawn="1"/>
        </p:nvSpPr>
        <p:spPr>
          <a:xfrm rot="18693531">
            <a:off x="3871085" y="16523698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テキスト ボックス 7">
            <a:extLst>
              <a:ext uri="{FF2B5EF4-FFF2-40B4-BE49-F238E27FC236}">
                <a16:creationId xmlns:a16="http://schemas.microsoft.com/office/drawing/2014/main" id="{A120F624-12D8-EF2D-365F-8F8F598DD2B9}"/>
              </a:ext>
            </a:extLst>
          </p:cNvPr>
          <p:cNvSpPr txBox="1"/>
          <p:nvPr userDrawn="1"/>
        </p:nvSpPr>
        <p:spPr>
          <a:xfrm rot="18693531">
            <a:off x="5119765" y="1652369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テキスト ボックス 7">
            <a:extLst>
              <a:ext uri="{FF2B5EF4-FFF2-40B4-BE49-F238E27FC236}">
                <a16:creationId xmlns:a16="http://schemas.microsoft.com/office/drawing/2014/main" id="{B75AC59B-5DF5-3EC8-8EEE-0BFD8086F178}"/>
              </a:ext>
            </a:extLst>
          </p:cNvPr>
          <p:cNvSpPr txBox="1"/>
          <p:nvPr userDrawn="1"/>
        </p:nvSpPr>
        <p:spPr>
          <a:xfrm rot="18693531">
            <a:off x="6211966" y="1652369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テキスト ボックス 7">
            <a:extLst>
              <a:ext uri="{FF2B5EF4-FFF2-40B4-BE49-F238E27FC236}">
                <a16:creationId xmlns:a16="http://schemas.microsoft.com/office/drawing/2014/main" id="{7A58BC4F-344E-EF4B-F51E-AC8D4031ECBE}"/>
              </a:ext>
            </a:extLst>
          </p:cNvPr>
          <p:cNvSpPr txBox="1"/>
          <p:nvPr userDrawn="1"/>
        </p:nvSpPr>
        <p:spPr>
          <a:xfrm rot="18693531">
            <a:off x="7414012" y="1652369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EDA7C6DF-4AC5-0B49-588C-9006949C0EDC}"/>
              </a:ext>
            </a:extLst>
          </p:cNvPr>
          <p:cNvSpPr txBox="1"/>
          <p:nvPr userDrawn="1"/>
        </p:nvSpPr>
        <p:spPr>
          <a:xfrm rot="18693531">
            <a:off x="8616059" y="16523695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696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3393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50089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678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3482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178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6875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3571" algn="l" defTabSz="816696" rtl="0" eaLnBrk="1" latinLnBrk="0" hangingPunct="1">
              <a:defRPr kumimoji="1" sz="3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2800" dirty="0">
                <a:solidFill>
                  <a:schemeClr val="bg1">
                    <a:lumMod val="95000"/>
                    <a:alpha val="49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TGMS</a:t>
            </a:r>
            <a:endParaRPr kumimoji="1" lang="ja-JP" altLang="en-US" sz="2800" dirty="0">
              <a:solidFill>
                <a:schemeClr val="bg1">
                  <a:lumMod val="95000"/>
                  <a:alpha val="49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27" y="728133"/>
            <a:ext cx="3387486" cy="3098800"/>
          </a:xfrm>
        </p:spPr>
        <p:txBody>
          <a:bodyPr anchor="b"/>
          <a:lstStyle>
            <a:lvl1pPr algn="l">
              <a:defRPr sz="225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5656" y="728135"/>
            <a:ext cx="5756043" cy="15608301"/>
          </a:xfrm>
        </p:spPr>
        <p:txBody>
          <a:bodyPr/>
          <a:lstStyle>
            <a:lvl1pPr>
              <a:defRPr sz="3603"/>
            </a:lvl1pPr>
            <a:lvl2pPr>
              <a:defRPr sz="3153"/>
            </a:lvl2pPr>
            <a:lvl3pPr>
              <a:defRPr sz="2702"/>
            </a:lvl3pPr>
            <a:lvl4pPr>
              <a:defRPr sz="2252"/>
            </a:lvl4pPr>
            <a:lvl5pPr>
              <a:defRPr sz="2252"/>
            </a:lvl5pPr>
            <a:lvl6pPr>
              <a:defRPr sz="2252"/>
            </a:lvl6pPr>
            <a:lvl7pPr>
              <a:defRPr sz="2252"/>
            </a:lvl7pPr>
            <a:lvl8pPr>
              <a:defRPr sz="2252"/>
            </a:lvl8pPr>
            <a:lvl9pPr>
              <a:defRPr sz="22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827" y="3826935"/>
            <a:ext cx="3387486" cy="12509501"/>
          </a:xfrm>
        </p:spPr>
        <p:txBody>
          <a:bodyPr/>
          <a:lstStyle>
            <a:lvl1pPr marL="0" indent="0">
              <a:buNone/>
              <a:defRPr sz="1576"/>
            </a:lvl1pPr>
            <a:lvl2pPr marL="514807" indent="0">
              <a:buNone/>
              <a:defRPr sz="1351"/>
            </a:lvl2pPr>
            <a:lvl3pPr marL="1029614" indent="0">
              <a:buNone/>
              <a:defRPr sz="1126"/>
            </a:lvl3pPr>
            <a:lvl4pPr marL="1544422" indent="0">
              <a:buNone/>
              <a:defRPr sz="1013"/>
            </a:lvl4pPr>
            <a:lvl5pPr marL="2059229" indent="0">
              <a:buNone/>
              <a:defRPr sz="1013"/>
            </a:lvl5pPr>
            <a:lvl6pPr marL="2574036" indent="0">
              <a:buNone/>
              <a:defRPr sz="1013"/>
            </a:lvl6pPr>
            <a:lvl7pPr marL="3088843" indent="0">
              <a:buNone/>
              <a:defRPr sz="1013"/>
            </a:lvl7pPr>
            <a:lvl8pPr marL="3603650" indent="0">
              <a:buNone/>
              <a:defRPr sz="1013"/>
            </a:lvl8pPr>
            <a:lvl9pPr marL="4118458" indent="0">
              <a:buNone/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191" y="12801600"/>
            <a:ext cx="6177915" cy="1511301"/>
          </a:xfrm>
        </p:spPr>
        <p:txBody>
          <a:bodyPr anchor="b"/>
          <a:lstStyle>
            <a:lvl1pPr algn="l">
              <a:defRPr sz="225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8191" y="1634067"/>
            <a:ext cx="6177915" cy="10972800"/>
          </a:xfrm>
        </p:spPr>
        <p:txBody>
          <a:bodyPr/>
          <a:lstStyle>
            <a:lvl1pPr marL="0" indent="0">
              <a:buNone/>
              <a:defRPr sz="3603"/>
            </a:lvl1pPr>
            <a:lvl2pPr marL="514807" indent="0">
              <a:buNone/>
              <a:defRPr sz="3153"/>
            </a:lvl2pPr>
            <a:lvl3pPr marL="1029614" indent="0">
              <a:buNone/>
              <a:defRPr sz="2702"/>
            </a:lvl3pPr>
            <a:lvl4pPr marL="1544422" indent="0">
              <a:buNone/>
              <a:defRPr sz="2252"/>
            </a:lvl4pPr>
            <a:lvl5pPr marL="2059229" indent="0">
              <a:buNone/>
              <a:defRPr sz="2252"/>
            </a:lvl5pPr>
            <a:lvl6pPr marL="2574036" indent="0">
              <a:buNone/>
              <a:defRPr sz="2252"/>
            </a:lvl6pPr>
            <a:lvl7pPr marL="3088843" indent="0">
              <a:buNone/>
              <a:defRPr sz="2252"/>
            </a:lvl7pPr>
            <a:lvl8pPr marL="3603650" indent="0">
              <a:buNone/>
              <a:defRPr sz="2252"/>
            </a:lvl8pPr>
            <a:lvl9pPr marL="4118458" indent="0">
              <a:buNone/>
              <a:defRPr sz="2252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8191" y="14312901"/>
            <a:ext cx="6177915" cy="2146299"/>
          </a:xfrm>
        </p:spPr>
        <p:txBody>
          <a:bodyPr/>
          <a:lstStyle>
            <a:lvl1pPr marL="0" indent="0">
              <a:buNone/>
              <a:defRPr sz="1576"/>
            </a:lvl1pPr>
            <a:lvl2pPr marL="514807" indent="0">
              <a:buNone/>
              <a:defRPr sz="1351"/>
            </a:lvl2pPr>
            <a:lvl3pPr marL="1029614" indent="0">
              <a:buNone/>
              <a:defRPr sz="1126"/>
            </a:lvl3pPr>
            <a:lvl4pPr marL="1544422" indent="0">
              <a:buNone/>
              <a:defRPr sz="1013"/>
            </a:lvl4pPr>
            <a:lvl5pPr marL="2059229" indent="0">
              <a:buNone/>
              <a:defRPr sz="1013"/>
            </a:lvl5pPr>
            <a:lvl6pPr marL="2574036" indent="0">
              <a:buNone/>
              <a:defRPr sz="1013"/>
            </a:lvl6pPr>
            <a:lvl7pPr marL="3088843" indent="0">
              <a:buNone/>
              <a:defRPr sz="1013"/>
            </a:lvl7pPr>
            <a:lvl8pPr marL="3603650" indent="0">
              <a:buNone/>
              <a:defRPr sz="1013"/>
            </a:lvl8pPr>
            <a:lvl9pPr marL="4118458" indent="0">
              <a:buNone/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981" y="732369"/>
            <a:ext cx="2316718" cy="156040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826" y="732369"/>
            <a:ext cx="6778546" cy="156040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826" y="732368"/>
            <a:ext cx="9266873" cy="30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826" y="4267201"/>
            <a:ext cx="9266873" cy="12069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826" y="16950268"/>
            <a:ext cx="240252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980" y="16950268"/>
            <a:ext cx="3260566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9176" y="16950268"/>
            <a:ext cx="240252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14807" rtl="0" eaLnBrk="1" latinLnBrk="0" hangingPunct="1">
        <a:spcBef>
          <a:spcPct val="0"/>
        </a:spcBef>
        <a:buNone/>
        <a:defRPr sz="49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6105" indent="-386105" algn="l" defTabSz="514807" rtl="0" eaLnBrk="1" latinLnBrk="0" hangingPunct="1">
        <a:spcBef>
          <a:spcPct val="20000"/>
        </a:spcBef>
        <a:buFont typeface="Arial"/>
        <a:buChar char="•"/>
        <a:defRPr sz="3603" kern="1200">
          <a:solidFill>
            <a:schemeClr val="tx1"/>
          </a:solidFill>
          <a:latin typeface="+mn-lt"/>
          <a:ea typeface="+mn-ea"/>
          <a:cs typeface="+mn-cs"/>
        </a:defRPr>
      </a:lvl1pPr>
      <a:lvl2pPr marL="836562" indent="-321755" algn="l" defTabSz="514807" rtl="0" eaLnBrk="1" latinLnBrk="0" hangingPunct="1">
        <a:spcBef>
          <a:spcPct val="20000"/>
        </a:spcBef>
        <a:buFont typeface="Arial"/>
        <a:buChar char="–"/>
        <a:defRPr sz="3153" kern="1200">
          <a:solidFill>
            <a:schemeClr val="tx1"/>
          </a:solidFill>
          <a:latin typeface="+mn-lt"/>
          <a:ea typeface="+mn-ea"/>
          <a:cs typeface="+mn-cs"/>
        </a:defRPr>
      </a:lvl2pPr>
      <a:lvl3pPr marL="1287018" indent="-257404" algn="l" defTabSz="514807" rtl="0" eaLnBrk="1" latinLnBrk="0" hangingPunct="1">
        <a:spcBef>
          <a:spcPct val="20000"/>
        </a:spcBef>
        <a:buFont typeface="Arial"/>
        <a:buChar char="•"/>
        <a:defRPr sz="2702" kern="1200">
          <a:solidFill>
            <a:schemeClr val="tx1"/>
          </a:solidFill>
          <a:latin typeface="+mn-lt"/>
          <a:ea typeface="+mn-ea"/>
          <a:cs typeface="+mn-cs"/>
        </a:defRPr>
      </a:lvl3pPr>
      <a:lvl4pPr marL="1801825" indent="-257404" algn="l" defTabSz="514807" rtl="0" eaLnBrk="1" latinLnBrk="0" hangingPunct="1">
        <a:spcBef>
          <a:spcPct val="20000"/>
        </a:spcBef>
        <a:buFont typeface="Arial"/>
        <a:buChar char="–"/>
        <a:defRPr sz="2252" kern="1200">
          <a:solidFill>
            <a:schemeClr val="tx1"/>
          </a:solidFill>
          <a:latin typeface="+mn-lt"/>
          <a:ea typeface="+mn-ea"/>
          <a:cs typeface="+mn-cs"/>
        </a:defRPr>
      </a:lvl4pPr>
      <a:lvl5pPr marL="2316632" indent="-257404" algn="l" defTabSz="514807" rtl="0" eaLnBrk="1" latinLnBrk="0" hangingPunct="1">
        <a:spcBef>
          <a:spcPct val="20000"/>
        </a:spcBef>
        <a:buFont typeface="Arial"/>
        <a:buChar char="»"/>
        <a:defRPr sz="2252" kern="1200">
          <a:solidFill>
            <a:schemeClr val="tx1"/>
          </a:solidFill>
          <a:latin typeface="+mn-lt"/>
          <a:ea typeface="+mn-ea"/>
          <a:cs typeface="+mn-cs"/>
        </a:defRPr>
      </a:lvl5pPr>
      <a:lvl6pPr marL="2831440" indent="-257404" algn="l" defTabSz="514807" rtl="0" eaLnBrk="1" latinLnBrk="0" hangingPunct="1">
        <a:spcBef>
          <a:spcPct val="20000"/>
        </a:spcBef>
        <a:buFont typeface="Arial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6pPr>
      <a:lvl7pPr marL="3346247" indent="-257404" algn="l" defTabSz="514807" rtl="0" eaLnBrk="1" latinLnBrk="0" hangingPunct="1">
        <a:spcBef>
          <a:spcPct val="20000"/>
        </a:spcBef>
        <a:buFont typeface="Arial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7pPr>
      <a:lvl8pPr marL="3861054" indent="-257404" algn="l" defTabSz="514807" rtl="0" eaLnBrk="1" latinLnBrk="0" hangingPunct="1">
        <a:spcBef>
          <a:spcPct val="20000"/>
        </a:spcBef>
        <a:buFont typeface="Arial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8pPr>
      <a:lvl9pPr marL="4375861" indent="-257404" algn="l" defTabSz="514807" rtl="0" eaLnBrk="1" latinLnBrk="0" hangingPunct="1">
        <a:spcBef>
          <a:spcPct val="20000"/>
        </a:spcBef>
        <a:buFont typeface="Arial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1pPr>
      <a:lvl2pPr marL="514807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2pPr>
      <a:lvl3pPr marL="1029614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3pPr>
      <a:lvl4pPr marL="1544422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4pPr>
      <a:lvl5pPr marL="2059229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5pPr>
      <a:lvl6pPr marL="2574036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6pPr>
      <a:lvl7pPr marL="3088843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7pPr>
      <a:lvl8pPr marL="3603650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8pPr>
      <a:lvl9pPr marL="4118458" algn="l" defTabSz="514807" rtl="0" eaLnBrk="1" latinLnBrk="0" hangingPunct="1">
        <a:defRPr sz="20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13" Type="http://schemas.openxmlformats.org/officeDocument/2006/relationships/chart" Target="../charts/chart8.xml"/><Relationship Id="rId3" Type="http://schemas.openxmlformats.org/officeDocument/2006/relationships/image" Target="../media/image1.png"/><Relationship Id="rId7" Type="http://schemas.openxmlformats.org/officeDocument/2006/relationships/image" Target="../media/image3.emf"/><Relationship Id="rId12" Type="http://schemas.openxmlformats.org/officeDocument/2006/relationships/chart" Target="../charts/chart7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package" Target="../embeddings/Microsoft_Excel_Worksheet.xlsx"/><Relationship Id="rId11" Type="http://schemas.openxmlformats.org/officeDocument/2006/relationships/chart" Target="../charts/chart6.xml"/><Relationship Id="rId5" Type="http://schemas.openxmlformats.org/officeDocument/2006/relationships/chart" Target="../charts/chart2.xml"/><Relationship Id="rId10" Type="http://schemas.openxmlformats.org/officeDocument/2006/relationships/chart" Target="../charts/chart5.xml"/><Relationship Id="rId4" Type="http://schemas.openxmlformats.org/officeDocument/2006/relationships/image" Target="../media/image2.svg"/><Relationship Id="rId9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グラフ 1">
            <a:extLst>
              <a:ext uri="{FF2B5EF4-FFF2-40B4-BE49-F238E27FC236}">
                <a16:creationId xmlns:a16="http://schemas.microsoft.com/office/drawing/2014/main" id="{369D8AB4-A20F-9D11-F522-DC3A3FA236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1840280"/>
              </p:ext>
            </p:extLst>
          </p:nvPr>
        </p:nvGraphicFramePr>
        <p:xfrm>
          <a:off x="189893" y="2554618"/>
          <a:ext cx="5051425" cy="275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756119" y="106659"/>
            <a:ext cx="680026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Indonesia Automobile Market -</a:t>
            </a:r>
          </a:p>
          <a:p>
            <a:pPr algn="ctr">
              <a:defRPr sz="2000" b="1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 2026 Wholesale Landscape</a:t>
            </a:r>
            <a:endParaRPr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1312" y="17262179"/>
            <a:ext cx="60312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rPr sz="1200" dirty="0"/>
              <a:t>Source: </a:t>
            </a:r>
            <a:r>
              <a:rPr lang="en-US" sz="1200" dirty="0"/>
              <a:t>GAIKINDO Monthly Wholesale Data. Compiled by Tomura Global Mobility Strategy.</a:t>
            </a:r>
            <a:endParaRPr sz="1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C488D1-188B-57AD-ACC1-E9722CC22697}"/>
              </a:ext>
            </a:extLst>
          </p:cNvPr>
          <p:cNvSpPr txBox="1"/>
          <p:nvPr/>
        </p:nvSpPr>
        <p:spPr>
          <a:xfrm>
            <a:off x="7806661" y="17478795"/>
            <a:ext cx="20355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0080" algn="l"/>
            <a:r>
              <a:rPr lang="en-US" altLang="ja-JP" sz="1050" b="1" i="0" u="none" strike="noStrike" baseline="0" dirty="0">
                <a:solidFill>
                  <a:srgbClr val="001F5F"/>
                </a:solidFill>
                <a:latin typeface="Aptos Display" panose="020B0004020202020204" pitchFamily="34" charset="0"/>
              </a:rPr>
              <a:t>Tomura Global Mobility Strategy</a:t>
            </a:r>
            <a:endParaRPr lang="ja-JP" altLang="en-US" sz="105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3F50ED0-437C-58CF-6F07-102B4AFDD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951" y="277019"/>
            <a:ext cx="782977" cy="587233"/>
          </a:xfrm>
          <a:prstGeom prst="rect">
            <a:avLst/>
          </a:prstGeom>
        </p:spPr>
      </p:pic>
      <p:sp>
        <p:nvSpPr>
          <p:cNvPr id="3" name="テキスト ボックス 14">
            <a:extLst>
              <a:ext uri="{FF2B5EF4-FFF2-40B4-BE49-F238E27FC236}">
                <a16:creationId xmlns:a16="http://schemas.microsoft.com/office/drawing/2014/main" id="{E10A665F-35E3-A39D-0781-CD9B3E55487C}"/>
              </a:ext>
            </a:extLst>
          </p:cNvPr>
          <p:cNvSpPr txBox="1"/>
          <p:nvPr/>
        </p:nvSpPr>
        <p:spPr>
          <a:xfrm>
            <a:off x="788505" y="2158608"/>
            <a:ext cx="3592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 err="1"/>
              <a:t>Gaikindo</a:t>
            </a:r>
            <a:r>
              <a:rPr kumimoji="1" lang="en-US" altLang="ja-JP" sz="2000" b="1" u="sng" dirty="0"/>
              <a:t> Category Mix (CY26/9)</a:t>
            </a:r>
            <a:endParaRPr kumimoji="1" lang="ja-JP" altLang="en-US" sz="2000" b="1" u="sng" dirty="0"/>
          </a:p>
        </p:txBody>
      </p:sp>
      <p:sp>
        <p:nvSpPr>
          <p:cNvPr id="8" name="四角形: 角を丸くする 16">
            <a:extLst>
              <a:ext uri="{FF2B5EF4-FFF2-40B4-BE49-F238E27FC236}">
                <a16:creationId xmlns:a16="http://schemas.microsoft.com/office/drawing/2014/main" id="{2BEF4AAD-0512-684B-9597-B9C0A87108B9}"/>
              </a:ext>
            </a:extLst>
          </p:cNvPr>
          <p:cNvSpPr/>
          <p:nvPr/>
        </p:nvSpPr>
        <p:spPr>
          <a:xfrm>
            <a:off x="363527" y="5294358"/>
            <a:ext cx="9513164" cy="549532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4X2 vehicles continued to dominate the market, while Gran Max retained the top nameplate position, followed by BYD Atto 1.</a:t>
            </a:r>
            <a:endParaRPr kumimoji="1" lang="ja-JP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17">
            <a:extLst>
              <a:ext uri="{FF2B5EF4-FFF2-40B4-BE49-F238E27FC236}">
                <a16:creationId xmlns:a16="http://schemas.microsoft.com/office/drawing/2014/main" id="{ED50634A-6750-D6BC-0638-C51598E12A54}"/>
              </a:ext>
            </a:extLst>
          </p:cNvPr>
          <p:cNvSpPr txBox="1"/>
          <p:nvPr/>
        </p:nvSpPr>
        <p:spPr>
          <a:xfrm>
            <a:off x="1253440" y="6105490"/>
            <a:ext cx="2662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Top 10 Brands (CY26/9)</a:t>
            </a:r>
            <a:endParaRPr kumimoji="1" lang="ja-JP" altLang="en-US" sz="2000" b="1" u="sng" dirty="0"/>
          </a:p>
        </p:txBody>
      </p:sp>
      <p:sp>
        <p:nvSpPr>
          <p:cNvPr id="10" name="テキスト ボックス 18">
            <a:extLst>
              <a:ext uri="{FF2B5EF4-FFF2-40B4-BE49-F238E27FC236}">
                <a16:creationId xmlns:a16="http://schemas.microsoft.com/office/drawing/2014/main" id="{FB1A07BB-10A4-35B2-A7D8-1A665DB07F01}"/>
              </a:ext>
            </a:extLst>
          </p:cNvPr>
          <p:cNvSpPr txBox="1"/>
          <p:nvPr/>
        </p:nvSpPr>
        <p:spPr>
          <a:xfrm>
            <a:off x="5399941" y="6105490"/>
            <a:ext cx="3784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YOY YTD Share Increase/Decrease</a:t>
            </a:r>
            <a:endParaRPr kumimoji="1" lang="ja-JP" altLang="en-US" sz="2000" b="1" u="sng" dirty="0"/>
          </a:p>
        </p:txBody>
      </p:sp>
      <p:sp>
        <p:nvSpPr>
          <p:cNvPr id="11" name="四角形: 角を丸くする 19">
            <a:extLst>
              <a:ext uri="{FF2B5EF4-FFF2-40B4-BE49-F238E27FC236}">
                <a16:creationId xmlns:a16="http://schemas.microsoft.com/office/drawing/2014/main" id="{055686E5-D085-9F13-66D0-BFE64A6DBF2B}"/>
              </a:ext>
            </a:extLst>
          </p:cNvPr>
          <p:cNvSpPr/>
          <p:nvPr/>
        </p:nvSpPr>
        <p:spPr>
          <a:xfrm>
            <a:off x="371311" y="9059743"/>
            <a:ext cx="9541513" cy="555262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JAECOO and BYD led share gains, while Toyota and Honda recorded the largest YTD share declines.</a:t>
            </a:r>
            <a:endParaRPr kumimoji="1" lang="en-US" altLang="ja-JP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20">
            <a:extLst>
              <a:ext uri="{FF2B5EF4-FFF2-40B4-BE49-F238E27FC236}">
                <a16:creationId xmlns:a16="http://schemas.microsoft.com/office/drawing/2014/main" id="{7653CB97-F549-3A26-C183-1602C3AE6604}"/>
              </a:ext>
            </a:extLst>
          </p:cNvPr>
          <p:cNvSpPr txBox="1"/>
          <p:nvPr/>
        </p:nvSpPr>
        <p:spPr>
          <a:xfrm>
            <a:off x="657807" y="9710088"/>
            <a:ext cx="3604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Brand Source of Origin (CY26/9)</a:t>
            </a:r>
            <a:endParaRPr kumimoji="1" lang="ja-JP" altLang="en-US" sz="2000" b="1" u="sng" dirty="0"/>
          </a:p>
        </p:txBody>
      </p:sp>
      <p:sp>
        <p:nvSpPr>
          <p:cNvPr id="18" name="四角形: 角を丸くする 22">
            <a:extLst>
              <a:ext uri="{FF2B5EF4-FFF2-40B4-BE49-F238E27FC236}">
                <a16:creationId xmlns:a16="http://schemas.microsoft.com/office/drawing/2014/main" id="{30B686F6-51B4-7491-5AB3-BB079389222A}"/>
              </a:ext>
            </a:extLst>
          </p:cNvPr>
          <p:cNvSpPr/>
          <p:nvPr/>
        </p:nvSpPr>
        <p:spPr>
          <a:xfrm>
            <a:off x="363527" y="12847303"/>
            <a:ext cx="9541513" cy="555262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Chinese brands gained 7.6 percentage points in YTD share, largely at the expense of Japanese brands.</a:t>
            </a:r>
            <a:endParaRPr kumimoji="1" lang="ja-JP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四角形: 角を丸くする 23">
            <a:extLst>
              <a:ext uri="{FF2B5EF4-FFF2-40B4-BE49-F238E27FC236}">
                <a16:creationId xmlns:a16="http://schemas.microsoft.com/office/drawing/2014/main" id="{0B259770-DB26-DAD5-40F3-58AE1507225B}"/>
              </a:ext>
            </a:extLst>
          </p:cNvPr>
          <p:cNvSpPr/>
          <p:nvPr/>
        </p:nvSpPr>
        <p:spPr>
          <a:xfrm>
            <a:off x="399661" y="16646055"/>
            <a:ext cx="9513164" cy="555262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BEVs accounted for 20% of September sales, with YTD market share increasing by 7.6 percentage points YoY.</a:t>
            </a:r>
            <a:endParaRPr kumimoji="1" lang="ja-JP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テキスト ボックス 24">
            <a:extLst>
              <a:ext uri="{FF2B5EF4-FFF2-40B4-BE49-F238E27FC236}">
                <a16:creationId xmlns:a16="http://schemas.microsoft.com/office/drawing/2014/main" id="{F92EEE08-442D-D639-35AA-BB11879D7585}"/>
              </a:ext>
            </a:extLst>
          </p:cNvPr>
          <p:cNvSpPr txBox="1"/>
          <p:nvPr/>
        </p:nvSpPr>
        <p:spPr>
          <a:xfrm>
            <a:off x="1095902" y="13534719"/>
            <a:ext cx="2776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Propulsion Mix (CY26/9)</a:t>
            </a:r>
            <a:endParaRPr kumimoji="1" lang="ja-JP" altLang="en-US" sz="2000" b="1" u="sng" dirty="0"/>
          </a:p>
        </p:txBody>
      </p:sp>
      <p:sp>
        <p:nvSpPr>
          <p:cNvPr id="23" name="テキスト ボックス 27">
            <a:extLst>
              <a:ext uri="{FF2B5EF4-FFF2-40B4-BE49-F238E27FC236}">
                <a16:creationId xmlns:a16="http://schemas.microsoft.com/office/drawing/2014/main" id="{E123FDD0-91CB-7709-14B6-F1911A2CB010}"/>
              </a:ext>
            </a:extLst>
          </p:cNvPr>
          <p:cNvSpPr txBox="1"/>
          <p:nvPr/>
        </p:nvSpPr>
        <p:spPr>
          <a:xfrm>
            <a:off x="5517486" y="2158679"/>
            <a:ext cx="3202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Top 10 Nameplates (CY26/9)</a:t>
            </a:r>
            <a:endParaRPr kumimoji="1" lang="ja-JP" altLang="en-US" sz="2000" b="1" u="sng" dirty="0"/>
          </a:p>
        </p:txBody>
      </p:sp>
      <p:sp>
        <p:nvSpPr>
          <p:cNvPr id="30" name="テキスト ボックス 28">
            <a:extLst>
              <a:ext uri="{FF2B5EF4-FFF2-40B4-BE49-F238E27FC236}">
                <a16:creationId xmlns:a16="http://schemas.microsoft.com/office/drawing/2014/main" id="{803CEB6C-9CDD-0BB0-5086-DAD3D179DD50}"/>
              </a:ext>
            </a:extLst>
          </p:cNvPr>
          <p:cNvSpPr txBox="1"/>
          <p:nvPr/>
        </p:nvSpPr>
        <p:spPr>
          <a:xfrm>
            <a:off x="1161747" y="3007470"/>
            <a:ext cx="740908" cy="25391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solidFill>
                  <a:schemeClr val="bg1"/>
                </a:solidFill>
              </a:rPr>
              <a:t>YOY +4pts</a:t>
            </a:r>
            <a:endParaRPr kumimoji="1" lang="ja-JP" altLang="en-US" sz="1050" dirty="0">
              <a:solidFill>
                <a:schemeClr val="bg1"/>
              </a:solidFill>
            </a:endParaRPr>
          </a:p>
        </p:txBody>
      </p:sp>
      <p:sp>
        <p:nvSpPr>
          <p:cNvPr id="31" name="テキスト ボックス 29">
            <a:extLst>
              <a:ext uri="{FF2B5EF4-FFF2-40B4-BE49-F238E27FC236}">
                <a16:creationId xmlns:a16="http://schemas.microsoft.com/office/drawing/2014/main" id="{6B6AB2DB-B9D2-E12D-20F8-D4318BCE87ED}"/>
              </a:ext>
            </a:extLst>
          </p:cNvPr>
          <p:cNvSpPr txBox="1"/>
          <p:nvPr/>
        </p:nvSpPr>
        <p:spPr>
          <a:xfrm>
            <a:off x="1010402" y="4529052"/>
            <a:ext cx="745717" cy="25391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solidFill>
                  <a:schemeClr val="bg1"/>
                </a:solidFill>
              </a:rPr>
              <a:t>YOY  -2pts</a:t>
            </a:r>
            <a:endParaRPr kumimoji="1" lang="ja-JP" altLang="en-US" sz="105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75A298-D6E6-5245-ED9F-E3A984316D1B}"/>
              </a:ext>
            </a:extLst>
          </p:cNvPr>
          <p:cNvSpPr txBox="1"/>
          <p:nvPr/>
        </p:nvSpPr>
        <p:spPr>
          <a:xfrm>
            <a:off x="7911334" y="14462899"/>
            <a:ext cx="449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CBU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D93780-D390-6E45-B797-756F9DBED17C}"/>
              </a:ext>
            </a:extLst>
          </p:cNvPr>
          <p:cNvSpPr txBox="1"/>
          <p:nvPr/>
        </p:nvSpPr>
        <p:spPr>
          <a:xfrm>
            <a:off x="8462660" y="14649292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CKD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テキスト ボックス 29">
            <a:extLst>
              <a:ext uri="{FF2B5EF4-FFF2-40B4-BE49-F238E27FC236}">
                <a16:creationId xmlns:a16="http://schemas.microsoft.com/office/drawing/2014/main" id="{69AC42E2-B222-5851-9DC7-1010F4A27971}"/>
              </a:ext>
            </a:extLst>
          </p:cNvPr>
          <p:cNvSpPr txBox="1"/>
          <p:nvPr/>
        </p:nvSpPr>
        <p:spPr>
          <a:xfrm>
            <a:off x="760836" y="3783116"/>
            <a:ext cx="745717" cy="25391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solidFill>
                  <a:schemeClr val="bg1"/>
                </a:solidFill>
              </a:rPr>
              <a:t>YOY  -1pts</a:t>
            </a:r>
            <a:endParaRPr kumimoji="1" lang="ja-JP" altLang="en-US" sz="1050" dirty="0">
              <a:solidFill>
                <a:schemeClr val="bg1"/>
              </a:solidFill>
            </a:endParaRPr>
          </a:p>
        </p:txBody>
      </p:sp>
      <p:graphicFrame>
        <p:nvGraphicFramePr>
          <p:cNvPr id="28" name="グラフ 5">
            <a:extLst>
              <a:ext uri="{FF2B5EF4-FFF2-40B4-BE49-F238E27FC236}">
                <a16:creationId xmlns:a16="http://schemas.microsoft.com/office/drawing/2014/main" id="{4683D674-0904-8B62-A315-609F5318B3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2896429"/>
              </p:ext>
            </p:extLst>
          </p:nvPr>
        </p:nvGraphicFramePr>
        <p:xfrm>
          <a:off x="363527" y="10100515"/>
          <a:ext cx="4381500" cy="273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353B50C-3F12-C3FB-6ABB-8C39483B0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76394"/>
              </p:ext>
            </p:extLst>
          </p:nvPr>
        </p:nvGraphicFramePr>
        <p:xfrm>
          <a:off x="2294356" y="1129007"/>
          <a:ext cx="5742496" cy="873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213117" imgH="488815" progId="Excel.Sheet.12">
                  <p:embed/>
                </p:oleObj>
              </mc:Choice>
              <mc:Fallback>
                <p:oleObj name="Worksheet" r:id="rId6" imgW="3213117" imgH="4888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94356" y="1129007"/>
                        <a:ext cx="5742496" cy="873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AFEA29D-4478-D808-0214-5C85C5E6A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423467"/>
              </p:ext>
            </p:extLst>
          </p:nvPr>
        </p:nvGraphicFramePr>
        <p:xfrm>
          <a:off x="5217391" y="2507689"/>
          <a:ext cx="4578350" cy="274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A611419A-AD70-33B1-F573-C2308C6C1C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8990492"/>
              </p:ext>
            </p:extLst>
          </p:nvPr>
        </p:nvGraphicFramePr>
        <p:xfrm>
          <a:off x="460878" y="636179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592B4127-44CB-FC46-5228-EE6D9B3E2E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885566"/>
              </p:ext>
            </p:extLst>
          </p:nvPr>
        </p:nvGraphicFramePr>
        <p:xfrm>
          <a:off x="5208114" y="6398084"/>
          <a:ext cx="45656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5" name="グラフ 7">
            <a:extLst>
              <a:ext uri="{FF2B5EF4-FFF2-40B4-BE49-F238E27FC236}">
                <a16:creationId xmlns:a16="http://schemas.microsoft.com/office/drawing/2014/main" id="{BF663189-F57F-0562-82D6-0DF5B3DF88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3538505"/>
              </p:ext>
            </p:extLst>
          </p:nvPr>
        </p:nvGraphicFramePr>
        <p:xfrm>
          <a:off x="5120109" y="10163542"/>
          <a:ext cx="4400550" cy="2749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2" name="テキスト ボックス 18">
            <a:extLst>
              <a:ext uri="{FF2B5EF4-FFF2-40B4-BE49-F238E27FC236}">
                <a16:creationId xmlns:a16="http://schemas.microsoft.com/office/drawing/2014/main" id="{DFF71712-5B29-CA25-16F0-7664A189EE63}"/>
              </a:ext>
            </a:extLst>
          </p:cNvPr>
          <p:cNvSpPr txBox="1"/>
          <p:nvPr/>
        </p:nvSpPr>
        <p:spPr>
          <a:xfrm>
            <a:off x="5598818" y="9710088"/>
            <a:ext cx="3784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YOY YTD Share Increase/Decrease</a:t>
            </a:r>
            <a:endParaRPr kumimoji="1" lang="ja-JP" altLang="en-US" sz="2000" b="1" u="sng" dirty="0"/>
          </a:p>
        </p:txBody>
      </p:sp>
      <p:graphicFrame>
        <p:nvGraphicFramePr>
          <p:cNvPr id="35" name="グラフ 8">
            <a:extLst>
              <a:ext uri="{FF2B5EF4-FFF2-40B4-BE49-F238E27FC236}">
                <a16:creationId xmlns:a16="http://schemas.microsoft.com/office/drawing/2014/main" id="{EEBEB9A3-B6F9-C17C-16D2-6B5F771403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951701"/>
              </p:ext>
            </p:extLst>
          </p:nvPr>
        </p:nvGraphicFramePr>
        <p:xfrm>
          <a:off x="433439" y="13854974"/>
          <a:ext cx="4400550" cy="273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36" name="グラフ 9">
            <a:extLst>
              <a:ext uri="{FF2B5EF4-FFF2-40B4-BE49-F238E27FC236}">
                <a16:creationId xmlns:a16="http://schemas.microsoft.com/office/drawing/2014/main" id="{4F2CC9DB-EF07-9C69-C1D1-067CB79E19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5623934"/>
              </p:ext>
            </p:extLst>
          </p:nvPr>
        </p:nvGraphicFramePr>
        <p:xfrm>
          <a:off x="5032878" y="13854974"/>
          <a:ext cx="4308475" cy="274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37" name="テキスト ボックス 18">
            <a:extLst>
              <a:ext uri="{FF2B5EF4-FFF2-40B4-BE49-F238E27FC236}">
                <a16:creationId xmlns:a16="http://schemas.microsoft.com/office/drawing/2014/main" id="{EE7D665C-26FA-BE28-96F2-34E0922F729E}"/>
              </a:ext>
            </a:extLst>
          </p:cNvPr>
          <p:cNvSpPr txBox="1"/>
          <p:nvPr/>
        </p:nvSpPr>
        <p:spPr>
          <a:xfrm>
            <a:off x="5496452" y="13461629"/>
            <a:ext cx="3784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YOY YTD Share Increase/Decrease</a:t>
            </a:r>
            <a:endParaRPr kumimoji="1" lang="ja-JP" alt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532578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170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Display</vt:lpstr>
      <vt:lpstr>Arial</vt:lpstr>
      <vt:lpstr>Calibri</vt:lpstr>
      <vt:lpstr>Office Theme</vt:lpstr>
      <vt:lpstr>Worksheet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戸村直樹</dc:creator>
  <cp:keywords/>
  <dc:description>generated using python-pptx</dc:description>
  <cp:lastModifiedBy>USER</cp:lastModifiedBy>
  <cp:revision>36</cp:revision>
  <dcterms:created xsi:type="dcterms:W3CDTF">2013-01-27T09:14:16Z</dcterms:created>
  <dcterms:modified xsi:type="dcterms:W3CDTF">2026-10-12T01:56:00Z</dcterms:modified>
  <cp:category/>
</cp:coreProperties>
</file>